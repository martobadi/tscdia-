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3" r:id="rId3"/>
    <p:sldId id="301" r:id="rId4"/>
    <p:sldId id="284" r:id="rId5"/>
    <p:sldId id="287" r:id="rId6"/>
    <p:sldId id="289" r:id="rId7"/>
    <p:sldId id="291" r:id="rId8"/>
    <p:sldId id="293" r:id="rId9"/>
    <p:sldId id="297" r:id="rId10"/>
    <p:sldId id="302" r:id="rId11"/>
    <p:sldId id="303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142E67-976C-4187-B5B8-C588D323B62F}" v="16" dt="2024-08-29T00:27:26.944"/>
    <p1510:client id="{9E2D378D-2E1E-4593-B2CF-AAA0CF8CD436}" v="473" dt="2024-08-28T20:24:28.4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4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guel Carlos Pita" userId="0fb9ac9c31c24696" providerId="LiveId" clId="{50142E67-976C-4187-B5B8-C588D323B62F}"/>
    <pc:docChg chg="modSld">
      <pc:chgData name="Miguel Carlos Pita" userId="0fb9ac9c31c24696" providerId="LiveId" clId="{50142E67-976C-4187-B5B8-C588D323B62F}" dt="2024-08-29T00:27:26.944" v="15" actId="20577"/>
      <pc:docMkLst>
        <pc:docMk/>
      </pc:docMkLst>
      <pc:sldChg chg="modSp">
        <pc:chgData name="Miguel Carlos Pita" userId="0fb9ac9c31c24696" providerId="LiveId" clId="{50142E67-976C-4187-B5B8-C588D323B62F}" dt="2024-08-29T00:27:26.944" v="15" actId="20577"/>
        <pc:sldMkLst>
          <pc:docMk/>
          <pc:sldMk cId="0" sldId="256"/>
        </pc:sldMkLst>
        <pc:spChg chg="mod">
          <ac:chgData name="Miguel Carlos Pita" userId="0fb9ac9c31c24696" providerId="LiveId" clId="{50142E67-976C-4187-B5B8-C588D323B62F}" dt="2024-08-29T00:27:26.944" v="15" actId="20577"/>
          <ac:spMkLst>
            <pc:docMk/>
            <pc:sldMk cId="0" sldId="256"/>
            <ac:spMk id="2" creationId="{00000000-0000-0000-0000-000000000000}"/>
          </ac:spMkLst>
        </pc:spChg>
      </pc:sldChg>
      <pc:sldChg chg="modAnim">
        <pc:chgData name="Miguel Carlos Pita" userId="0fb9ac9c31c24696" providerId="LiveId" clId="{50142E67-976C-4187-B5B8-C588D323B62F}" dt="2024-08-28T21:16:11.204" v="2"/>
        <pc:sldMkLst>
          <pc:docMk/>
          <pc:sldMk cId="556964022" sldId="302"/>
        </pc:sldMkLst>
      </pc:sldChg>
      <pc:sldChg chg="modAnim">
        <pc:chgData name="Miguel Carlos Pita" userId="0fb9ac9c31c24696" providerId="LiveId" clId="{50142E67-976C-4187-B5B8-C588D323B62F}" dt="2024-08-28T21:16:22.079" v="5"/>
        <pc:sldMkLst>
          <pc:docMk/>
          <pc:sldMk cId="450174600" sldId="303"/>
        </pc:sldMkLst>
      </pc:sldChg>
    </pc:docChg>
  </pc:docChgLst>
  <pc:docChgLst>
    <pc:chgData name="Miguel Carlos Pita" userId="0fb9ac9c31c24696" providerId="LiveId" clId="{9E2D378D-2E1E-4593-B2CF-AAA0CF8CD436}"/>
    <pc:docChg chg="undo custSel addSld delSld modSld sldOrd">
      <pc:chgData name="Miguel Carlos Pita" userId="0fb9ac9c31c24696" providerId="LiveId" clId="{9E2D378D-2E1E-4593-B2CF-AAA0CF8CD436}" dt="2024-08-28T20:24:28.443" v="2524"/>
      <pc:docMkLst>
        <pc:docMk/>
      </pc:docMkLst>
      <pc:sldChg chg="modSp">
        <pc:chgData name="Miguel Carlos Pita" userId="0fb9ac9c31c24696" providerId="LiveId" clId="{9E2D378D-2E1E-4593-B2CF-AAA0CF8CD436}" dt="2024-08-27T22:49:06.752" v="0" actId="20577"/>
        <pc:sldMkLst>
          <pc:docMk/>
          <pc:sldMk cId="0" sldId="256"/>
        </pc:sldMkLst>
        <pc:spChg chg="mod">
          <ac:chgData name="Miguel Carlos Pita" userId="0fb9ac9c31c24696" providerId="LiveId" clId="{9E2D378D-2E1E-4593-B2CF-AAA0CF8CD436}" dt="2024-08-27T22:49:06.752" v="0" actId="20577"/>
          <ac:spMkLst>
            <pc:docMk/>
            <pc:sldMk cId="0" sldId="256"/>
            <ac:spMk id="2" creationId="{00000000-0000-0000-0000-000000000000}"/>
          </ac:spMkLst>
        </pc:spChg>
      </pc:sldChg>
      <pc:sldChg chg="modSp modAnim">
        <pc:chgData name="Miguel Carlos Pita" userId="0fb9ac9c31c24696" providerId="LiveId" clId="{9E2D378D-2E1E-4593-B2CF-AAA0CF8CD436}" dt="2024-08-28T15:45:43.768" v="309" actId="108"/>
        <pc:sldMkLst>
          <pc:docMk/>
          <pc:sldMk cId="0" sldId="257"/>
        </pc:sldMkLst>
        <pc:spChg chg="mod">
          <ac:chgData name="Miguel Carlos Pita" userId="0fb9ac9c31c24696" providerId="LiveId" clId="{9E2D378D-2E1E-4593-B2CF-AAA0CF8CD436}" dt="2024-08-28T15:45:43.768" v="309" actId="108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Miguel Carlos Pita" userId="0fb9ac9c31c24696" providerId="LiveId" clId="{9E2D378D-2E1E-4593-B2CF-AAA0CF8CD436}" dt="2024-08-28T16:02:14.301" v="521" actId="20577"/>
        <pc:sldMkLst>
          <pc:docMk/>
          <pc:sldMk cId="0" sldId="258"/>
        </pc:sldMkLst>
        <pc:spChg chg="mod">
          <ac:chgData name="Miguel Carlos Pita" userId="0fb9ac9c31c24696" providerId="LiveId" clId="{9E2D378D-2E1E-4593-B2CF-AAA0CF8CD436}" dt="2024-08-28T16:02:14.301" v="521" actId="20577"/>
          <ac:spMkLst>
            <pc:docMk/>
            <pc:sldMk cId="0" sldId="258"/>
            <ac:spMk id="3" creationId="{00000000-0000-0000-0000-000000000000}"/>
          </ac:spMkLst>
        </pc:spChg>
      </pc:sldChg>
      <pc:sldChg chg="modSp mod modAnim">
        <pc:chgData name="Miguel Carlos Pita" userId="0fb9ac9c31c24696" providerId="LiveId" clId="{9E2D378D-2E1E-4593-B2CF-AAA0CF8CD436}" dt="2024-08-28T15:41:57.390" v="304" actId="27636"/>
        <pc:sldMkLst>
          <pc:docMk/>
          <pc:sldMk cId="0" sldId="259"/>
        </pc:sldMkLst>
        <pc:spChg chg="mod">
          <ac:chgData name="Miguel Carlos Pita" userId="0fb9ac9c31c24696" providerId="LiveId" clId="{9E2D378D-2E1E-4593-B2CF-AAA0CF8CD436}" dt="2024-08-28T15:41:57.390" v="304" actId="27636"/>
          <ac:spMkLst>
            <pc:docMk/>
            <pc:sldMk cId="0" sldId="259"/>
            <ac:spMk id="3" creationId="{00000000-0000-0000-0000-000000000000}"/>
          </ac:spMkLst>
        </pc:spChg>
      </pc:sldChg>
      <pc:sldChg chg="modSp mod modAnim">
        <pc:chgData name="Miguel Carlos Pita" userId="0fb9ac9c31c24696" providerId="LiveId" clId="{9E2D378D-2E1E-4593-B2CF-AAA0CF8CD436}" dt="2024-08-28T16:49:12.241" v="1160" actId="20577"/>
        <pc:sldMkLst>
          <pc:docMk/>
          <pc:sldMk cId="0" sldId="260"/>
        </pc:sldMkLst>
        <pc:spChg chg="mod">
          <ac:chgData name="Miguel Carlos Pita" userId="0fb9ac9c31c24696" providerId="LiveId" clId="{9E2D378D-2E1E-4593-B2CF-AAA0CF8CD436}" dt="2024-08-28T16:49:12.241" v="1160" actId="20577"/>
          <ac:spMkLst>
            <pc:docMk/>
            <pc:sldMk cId="0" sldId="260"/>
            <ac:spMk id="3" creationId="{00000000-0000-0000-0000-000000000000}"/>
          </ac:spMkLst>
        </pc:spChg>
      </pc:sldChg>
      <pc:sldChg chg="modSp mod modAnim">
        <pc:chgData name="Miguel Carlos Pita" userId="0fb9ac9c31c24696" providerId="LiveId" clId="{9E2D378D-2E1E-4593-B2CF-AAA0CF8CD436}" dt="2024-08-28T16:44:55.411" v="1021" actId="20577"/>
        <pc:sldMkLst>
          <pc:docMk/>
          <pc:sldMk cId="0" sldId="261"/>
        </pc:sldMkLst>
        <pc:spChg chg="mod">
          <ac:chgData name="Miguel Carlos Pita" userId="0fb9ac9c31c24696" providerId="LiveId" clId="{9E2D378D-2E1E-4593-B2CF-AAA0CF8CD436}" dt="2024-08-28T16:44:55.411" v="1021" actId="20577"/>
          <ac:spMkLst>
            <pc:docMk/>
            <pc:sldMk cId="0" sldId="261"/>
            <ac:spMk id="3" creationId="{00000000-0000-0000-0000-000000000000}"/>
          </ac:spMkLst>
        </pc:spChg>
      </pc:sldChg>
      <pc:sldChg chg="modSp mod modAnim">
        <pc:chgData name="Miguel Carlos Pita" userId="0fb9ac9c31c24696" providerId="LiveId" clId="{9E2D378D-2E1E-4593-B2CF-AAA0CF8CD436}" dt="2024-08-28T20:08:56.541" v="2197"/>
        <pc:sldMkLst>
          <pc:docMk/>
          <pc:sldMk cId="0" sldId="262"/>
        </pc:sldMkLst>
        <pc:spChg chg="mod">
          <ac:chgData name="Miguel Carlos Pita" userId="0fb9ac9c31c24696" providerId="LiveId" clId="{9E2D378D-2E1E-4593-B2CF-AAA0CF8CD436}" dt="2024-08-28T19:52:35.470" v="1650" actId="20577"/>
          <ac:spMkLst>
            <pc:docMk/>
            <pc:sldMk cId="0" sldId="262"/>
            <ac:spMk id="2" creationId="{00000000-0000-0000-0000-000000000000}"/>
          </ac:spMkLst>
        </pc:spChg>
        <pc:spChg chg="mod">
          <ac:chgData name="Miguel Carlos Pita" userId="0fb9ac9c31c24696" providerId="LiveId" clId="{9E2D378D-2E1E-4593-B2CF-AAA0CF8CD436}" dt="2024-08-28T20:03:15.548" v="2081" actId="20577"/>
          <ac:spMkLst>
            <pc:docMk/>
            <pc:sldMk cId="0" sldId="262"/>
            <ac:spMk id="3" creationId="{00000000-0000-0000-0000-000000000000}"/>
          </ac:spMkLst>
        </pc:spChg>
      </pc:sldChg>
      <pc:sldChg chg="modSp mod modAnim">
        <pc:chgData name="Miguel Carlos Pita" userId="0fb9ac9c31c24696" providerId="LiveId" clId="{9E2D378D-2E1E-4593-B2CF-AAA0CF8CD436}" dt="2024-08-28T20:10:38.169" v="2216"/>
        <pc:sldMkLst>
          <pc:docMk/>
          <pc:sldMk cId="0" sldId="263"/>
        </pc:sldMkLst>
        <pc:spChg chg="mod">
          <ac:chgData name="Miguel Carlos Pita" userId="0fb9ac9c31c24696" providerId="LiveId" clId="{9E2D378D-2E1E-4593-B2CF-AAA0CF8CD436}" dt="2024-08-28T20:08:10.884" v="2194" actId="20577"/>
          <ac:spMkLst>
            <pc:docMk/>
            <pc:sldMk cId="0" sldId="263"/>
            <ac:spMk id="3" creationId="{00000000-0000-0000-0000-000000000000}"/>
          </ac:spMkLst>
        </pc:spChg>
      </pc:sldChg>
      <pc:sldChg chg="modSp mod modAnim">
        <pc:chgData name="Miguel Carlos Pita" userId="0fb9ac9c31c24696" providerId="LiveId" clId="{9E2D378D-2E1E-4593-B2CF-AAA0CF8CD436}" dt="2024-08-28T20:24:15.552" v="2522"/>
        <pc:sldMkLst>
          <pc:docMk/>
          <pc:sldMk cId="0" sldId="264"/>
        </pc:sldMkLst>
        <pc:spChg chg="mod">
          <ac:chgData name="Miguel Carlos Pita" userId="0fb9ac9c31c24696" providerId="LiveId" clId="{9E2D378D-2E1E-4593-B2CF-AAA0CF8CD436}" dt="2024-08-28T20:17:29.915" v="2321" actId="20577"/>
          <ac:spMkLst>
            <pc:docMk/>
            <pc:sldMk cId="0" sldId="264"/>
            <ac:spMk id="2" creationId="{00000000-0000-0000-0000-000000000000}"/>
          </ac:spMkLst>
        </pc:spChg>
        <pc:spChg chg="mod">
          <ac:chgData name="Miguel Carlos Pita" userId="0fb9ac9c31c24696" providerId="LiveId" clId="{9E2D378D-2E1E-4593-B2CF-AAA0CF8CD436}" dt="2024-08-28T20:17:53.332" v="2377" actId="114"/>
          <ac:spMkLst>
            <pc:docMk/>
            <pc:sldMk cId="0" sldId="264"/>
            <ac:spMk id="3" creationId="{00000000-0000-0000-0000-000000000000}"/>
          </ac:spMkLst>
        </pc:spChg>
      </pc:sldChg>
      <pc:sldChg chg="modSp mod modAnim">
        <pc:chgData name="Miguel Carlos Pita" userId="0fb9ac9c31c24696" providerId="LiveId" clId="{9E2D378D-2E1E-4593-B2CF-AAA0CF8CD436}" dt="2024-08-28T20:24:22.690" v="2523"/>
        <pc:sldMkLst>
          <pc:docMk/>
          <pc:sldMk cId="0" sldId="265"/>
        </pc:sldMkLst>
        <pc:spChg chg="mod">
          <ac:chgData name="Miguel Carlos Pita" userId="0fb9ac9c31c24696" providerId="LiveId" clId="{9E2D378D-2E1E-4593-B2CF-AAA0CF8CD436}" dt="2024-08-28T20:21:10.929" v="2438" actId="20577"/>
          <ac:spMkLst>
            <pc:docMk/>
            <pc:sldMk cId="0" sldId="265"/>
            <ac:spMk id="3" creationId="{00000000-0000-0000-0000-000000000000}"/>
          </ac:spMkLst>
        </pc:spChg>
      </pc:sldChg>
      <pc:sldChg chg="del">
        <pc:chgData name="Miguel Carlos Pita" userId="0fb9ac9c31c24696" providerId="LiveId" clId="{9E2D378D-2E1E-4593-B2CF-AAA0CF8CD436}" dt="2024-08-28T19:41:20.523" v="1464" actId="47"/>
        <pc:sldMkLst>
          <pc:docMk/>
          <pc:sldMk cId="0" sldId="266"/>
        </pc:sldMkLst>
      </pc:sldChg>
      <pc:sldChg chg="del">
        <pc:chgData name="Miguel Carlos Pita" userId="0fb9ac9c31c24696" providerId="LiveId" clId="{9E2D378D-2E1E-4593-B2CF-AAA0CF8CD436}" dt="2024-08-28T19:41:19.671" v="1463" actId="47"/>
        <pc:sldMkLst>
          <pc:docMk/>
          <pc:sldMk cId="0" sldId="267"/>
        </pc:sldMkLst>
      </pc:sldChg>
      <pc:sldChg chg="modSp">
        <pc:chgData name="Miguel Carlos Pita" userId="0fb9ac9c31c24696" providerId="LiveId" clId="{9E2D378D-2E1E-4593-B2CF-AAA0CF8CD436}" dt="2024-08-28T15:45:58.121" v="310" actId="108"/>
        <pc:sldMkLst>
          <pc:docMk/>
          <pc:sldMk cId="2661773337" sldId="268"/>
        </pc:sldMkLst>
        <pc:spChg chg="mod">
          <ac:chgData name="Miguel Carlos Pita" userId="0fb9ac9c31c24696" providerId="LiveId" clId="{9E2D378D-2E1E-4593-B2CF-AAA0CF8CD436}" dt="2024-08-28T15:45:58.121" v="310" actId="108"/>
          <ac:spMkLst>
            <pc:docMk/>
            <pc:sldMk cId="2661773337" sldId="268"/>
            <ac:spMk id="3" creationId="{00000000-0000-0000-0000-000000000000}"/>
          </ac:spMkLst>
        </pc:spChg>
      </pc:sldChg>
      <pc:sldChg chg="modSp mod setBg">
        <pc:chgData name="Miguel Carlos Pita" userId="0fb9ac9c31c24696" providerId="LiveId" clId="{9E2D378D-2E1E-4593-B2CF-AAA0CF8CD436}" dt="2024-08-28T15:46:09.598" v="311" actId="108"/>
        <pc:sldMkLst>
          <pc:docMk/>
          <pc:sldMk cId="4053258231" sldId="269"/>
        </pc:sldMkLst>
        <pc:spChg chg="mod">
          <ac:chgData name="Miguel Carlos Pita" userId="0fb9ac9c31c24696" providerId="LiveId" clId="{9E2D378D-2E1E-4593-B2CF-AAA0CF8CD436}" dt="2024-08-28T15:46:09.598" v="311" actId="108"/>
          <ac:spMkLst>
            <pc:docMk/>
            <pc:sldMk cId="4053258231" sldId="269"/>
            <ac:spMk id="3" creationId="{00000000-0000-0000-0000-000000000000}"/>
          </ac:spMkLst>
        </pc:spChg>
      </pc:sldChg>
      <pc:sldChg chg="modSp">
        <pc:chgData name="Miguel Carlos Pita" userId="0fb9ac9c31c24696" providerId="LiveId" clId="{9E2D378D-2E1E-4593-B2CF-AAA0CF8CD436}" dt="2024-08-28T15:47:41.284" v="314" actId="20577"/>
        <pc:sldMkLst>
          <pc:docMk/>
          <pc:sldMk cId="456955692" sldId="270"/>
        </pc:sldMkLst>
        <pc:spChg chg="mod">
          <ac:chgData name="Miguel Carlos Pita" userId="0fb9ac9c31c24696" providerId="LiveId" clId="{9E2D378D-2E1E-4593-B2CF-AAA0CF8CD436}" dt="2024-08-28T15:47:41.284" v="314" actId="20577"/>
          <ac:spMkLst>
            <pc:docMk/>
            <pc:sldMk cId="456955692" sldId="270"/>
            <ac:spMk id="3" creationId="{00000000-0000-0000-0000-000000000000}"/>
          </ac:spMkLst>
        </pc:spChg>
      </pc:sldChg>
      <pc:sldChg chg="addSp modSp add mod modAnim">
        <pc:chgData name="Miguel Carlos Pita" userId="0fb9ac9c31c24696" providerId="LiveId" clId="{9E2D378D-2E1E-4593-B2CF-AAA0CF8CD436}" dt="2024-08-28T15:48:53.186" v="319"/>
        <pc:sldMkLst>
          <pc:docMk/>
          <pc:sldMk cId="1261176524" sldId="271"/>
        </pc:sldMkLst>
        <pc:spChg chg="mod">
          <ac:chgData name="Miguel Carlos Pita" userId="0fb9ac9c31c24696" providerId="LiveId" clId="{9E2D378D-2E1E-4593-B2CF-AAA0CF8CD436}" dt="2024-08-28T15:28:15.536" v="100" actId="27636"/>
          <ac:spMkLst>
            <pc:docMk/>
            <pc:sldMk cId="1261176524" sldId="271"/>
            <ac:spMk id="2" creationId="{00000000-0000-0000-0000-000000000000}"/>
          </ac:spMkLst>
        </pc:spChg>
        <pc:spChg chg="mod">
          <ac:chgData name="Miguel Carlos Pita" userId="0fb9ac9c31c24696" providerId="LiveId" clId="{9E2D378D-2E1E-4593-B2CF-AAA0CF8CD436}" dt="2024-08-28T15:48:49.500" v="317" actId="20577"/>
          <ac:spMkLst>
            <pc:docMk/>
            <pc:sldMk cId="1261176524" sldId="271"/>
            <ac:spMk id="3" creationId="{00000000-0000-0000-0000-000000000000}"/>
          </ac:spMkLst>
        </pc:spChg>
        <pc:spChg chg="add">
          <ac:chgData name="Miguel Carlos Pita" userId="0fb9ac9c31c24696" providerId="LiveId" clId="{9E2D378D-2E1E-4593-B2CF-AAA0CF8CD436}" dt="2024-08-28T15:30:24.988" v="166"/>
          <ac:spMkLst>
            <pc:docMk/>
            <pc:sldMk cId="1261176524" sldId="271"/>
            <ac:spMk id="4" creationId="{4363F4D1-A007-475B-BB9F-E7886A4E50C3}"/>
          </ac:spMkLst>
        </pc:spChg>
        <pc:spChg chg="add">
          <ac:chgData name="Miguel Carlos Pita" userId="0fb9ac9c31c24696" providerId="LiveId" clId="{9E2D378D-2E1E-4593-B2CF-AAA0CF8CD436}" dt="2024-08-28T15:31:51.692" v="186"/>
          <ac:spMkLst>
            <pc:docMk/>
            <pc:sldMk cId="1261176524" sldId="271"/>
            <ac:spMk id="5" creationId="{7B0A3880-EF9E-B324-A804-8D3E19175576}"/>
          </ac:spMkLst>
        </pc:spChg>
      </pc:sldChg>
      <pc:sldChg chg="modSp add mod modAnim">
        <pc:chgData name="Miguel Carlos Pita" userId="0fb9ac9c31c24696" providerId="LiveId" clId="{9E2D378D-2E1E-4593-B2CF-AAA0CF8CD436}" dt="2024-08-28T19:38:06.911" v="1453"/>
        <pc:sldMkLst>
          <pc:docMk/>
          <pc:sldMk cId="0" sldId="272"/>
        </pc:sldMkLst>
        <pc:spChg chg="mod">
          <ac:chgData name="Miguel Carlos Pita" userId="0fb9ac9c31c24696" providerId="LiveId" clId="{9E2D378D-2E1E-4593-B2CF-AAA0CF8CD436}" dt="2024-08-28T16:07:34.303" v="574" actId="20577"/>
          <ac:spMkLst>
            <pc:docMk/>
            <pc:sldMk cId="0" sldId="272"/>
            <ac:spMk id="2" creationId="{00000000-0000-0000-0000-000000000000}"/>
          </ac:spMkLst>
        </pc:spChg>
        <pc:spChg chg="mod">
          <ac:chgData name="Miguel Carlos Pita" userId="0fb9ac9c31c24696" providerId="LiveId" clId="{9E2D378D-2E1E-4593-B2CF-AAA0CF8CD436}" dt="2024-08-28T16:14:46.460" v="672" actId="20577"/>
          <ac:spMkLst>
            <pc:docMk/>
            <pc:sldMk cId="0" sldId="272"/>
            <ac:spMk id="3" creationId="{00000000-0000-0000-0000-000000000000}"/>
          </ac:spMkLst>
        </pc:spChg>
      </pc:sldChg>
      <pc:sldChg chg="addSp delSp modSp add mod modAnim">
        <pc:chgData name="Miguel Carlos Pita" userId="0fb9ac9c31c24696" providerId="LiveId" clId="{9E2D378D-2E1E-4593-B2CF-AAA0CF8CD436}" dt="2024-08-28T19:38:29.936" v="1459"/>
        <pc:sldMkLst>
          <pc:docMk/>
          <pc:sldMk cId="1888878922" sldId="273"/>
        </pc:sldMkLst>
        <pc:spChg chg="mod">
          <ac:chgData name="Miguel Carlos Pita" userId="0fb9ac9c31c24696" providerId="LiveId" clId="{9E2D378D-2E1E-4593-B2CF-AAA0CF8CD436}" dt="2024-08-28T16:24:39.229" v="769" actId="108"/>
          <ac:spMkLst>
            <pc:docMk/>
            <pc:sldMk cId="1888878922" sldId="273"/>
            <ac:spMk id="3" creationId="{00000000-0000-0000-0000-000000000000}"/>
          </ac:spMkLst>
        </pc:spChg>
        <pc:spChg chg="add del">
          <ac:chgData name="Miguel Carlos Pita" userId="0fb9ac9c31c24696" providerId="LiveId" clId="{9E2D378D-2E1E-4593-B2CF-AAA0CF8CD436}" dt="2024-08-28T16:27:01.579" v="773" actId="22"/>
          <ac:spMkLst>
            <pc:docMk/>
            <pc:sldMk cId="1888878922" sldId="273"/>
            <ac:spMk id="5" creationId="{D9AC6F49-868F-87E9-B39D-9B20FB62ECEE}"/>
          </ac:spMkLst>
        </pc:spChg>
      </pc:sldChg>
      <pc:sldChg chg="modSp add del mod">
        <pc:chgData name="Miguel Carlos Pita" userId="0fb9ac9c31c24696" providerId="LiveId" clId="{9E2D378D-2E1E-4593-B2CF-AAA0CF8CD436}" dt="2024-08-28T16:19:03.317" v="696" actId="2696"/>
        <pc:sldMkLst>
          <pc:docMk/>
          <pc:sldMk cId="2671654806" sldId="273"/>
        </pc:sldMkLst>
        <pc:spChg chg="mod">
          <ac:chgData name="Miguel Carlos Pita" userId="0fb9ac9c31c24696" providerId="LiveId" clId="{9E2D378D-2E1E-4593-B2CF-AAA0CF8CD436}" dt="2024-08-28T16:07:27.500" v="562" actId="20577"/>
          <ac:spMkLst>
            <pc:docMk/>
            <pc:sldMk cId="2671654806" sldId="273"/>
            <ac:spMk id="2" creationId="{00000000-0000-0000-0000-000000000000}"/>
          </ac:spMkLst>
        </pc:spChg>
        <pc:spChg chg="mod">
          <ac:chgData name="Miguel Carlos Pita" userId="0fb9ac9c31c24696" providerId="LiveId" clId="{9E2D378D-2E1E-4593-B2CF-AAA0CF8CD436}" dt="2024-08-28T16:07:25.340" v="561" actId="27636"/>
          <ac:spMkLst>
            <pc:docMk/>
            <pc:sldMk cId="2671654806" sldId="273"/>
            <ac:spMk id="3" creationId="{00000000-0000-0000-0000-000000000000}"/>
          </ac:spMkLst>
        </pc:spChg>
      </pc:sldChg>
      <pc:sldChg chg="modSp add mod modAnim">
        <pc:chgData name="Miguel Carlos Pita" userId="0fb9ac9c31c24696" providerId="LiveId" clId="{9E2D378D-2E1E-4593-B2CF-AAA0CF8CD436}" dt="2024-08-28T19:38:15.283" v="1455"/>
        <pc:sldMkLst>
          <pc:docMk/>
          <pc:sldMk cId="0" sldId="274"/>
        </pc:sldMkLst>
        <pc:spChg chg="mod">
          <ac:chgData name="Miguel Carlos Pita" userId="0fb9ac9c31c24696" providerId="LiveId" clId="{9E2D378D-2E1E-4593-B2CF-AAA0CF8CD436}" dt="2024-08-28T16:24:08.362" v="762"/>
          <ac:spMkLst>
            <pc:docMk/>
            <pc:sldMk cId="0" sldId="274"/>
            <ac:spMk id="3" creationId="{00000000-0000-0000-0000-000000000000}"/>
          </ac:spMkLst>
        </pc:spChg>
      </pc:sldChg>
      <pc:sldChg chg="modSp add mod modAnim">
        <pc:chgData name="Miguel Carlos Pita" userId="0fb9ac9c31c24696" providerId="LiveId" clId="{9E2D378D-2E1E-4593-B2CF-AAA0CF8CD436}" dt="2024-08-28T20:10:15.013" v="2210"/>
        <pc:sldMkLst>
          <pc:docMk/>
          <pc:sldMk cId="0" sldId="275"/>
        </pc:sldMkLst>
        <pc:spChg chg="mod">
          <ac:chgData name="Miguel Carlos Pita" userId="0fb9ac9c31c24696" providerId="LiveId" clId="{9E2D378D-2E1E-4593-B2CF-AAA0CF8CD436}" dt="2024-08-28T16:17:56.424" v="695" actId="114"/>
          <ac:spMkLst>
            <pc:docMk/>
            <pc:sldMk cId="0" sldId="275"/>
            <ac:spMk id="3" creationId="{00000000-0000-0000-0000-000000000000}"/>
          </ac:spMkLst>
        </pc:spChg>
      </pc:sldChg>
      <pc:sldChg chg="addSp delSp modSp add mod modAnim">
        <pc:chgData name="Miguel Carlos Pita" userId="0fb9ac9c31c24696" providerId="LiveId" clId="{9E2D378D-2E1E-4593-B2CF-AAA0CF8CD436}" dt="2024-08-28T19:38:49.839" v="1462"/>
        <pc:sldMkLst>
          <pc:docMk/>
          <pc:sldMk cId="2342372435" sldId="276"/>
        </pc:sldMkLst>
        <pc:spChg chg="mod">
          <ac:chgData name="Miguel Carlos Pita" userId="0fb9ac9c31c24696" providerId="LiveId" clId="{9E2D378D-2E1E-4593-B2CF-AAA0CF8CD436}" dt="2024-08-28T16:28:41.834" v="791" actId="20577"/>
          <ac:spMkLst>
            <pc:docMk/>
            <pc:sldMk cId="2342372435" sldId="276"/>
            <ac:spMk id="2" creationId="{00000000-0000-0000-0000-000000000000}"/>
          </ac:spMkLst>
        </pc:spChg>
        <pc:spChg chg="del mod">
          <ac:chgData name="Miguel Carlos Pita" userId="0fb9ac9c31c24696" providerId="LiveId" clId="{9E2D378D-2E1E-4593-B2CF-AAA0CF8CD436}" dt="2024-08-28T16:32:25.402" v="862" actId="478"/>
          <ac:spMkLst>
            <pc:docMk/>
            <pc:sldMk cId="2342372435" sldId="276"/>
            <ac:spMk id="3" creationId="{00000000-0000-0000-0000-000000000000}"/>
          </ac:spMkLst>
        </pc:spChg>
        <pc:spChg chg="add del">
          <ac:chgData name="Miguel Carlos Pita" userId="0fb9ac9c31c24696" providerId="LiveId" clId="{9E2D378D-2E1E-4593-B2CF-AAA0CF8CD436}" dt="2024-08-28T16:32:25.402" v="862" actId="478"/>
          <ac:spMkLst>
            <pc:docMk/>
            <pc:sldMk cId="2342372435" sldId="276"/>
            <ac:spMk id="4" creationId="{B35FC254-724E-3E95-38A7-C5292046D1F5}"/>
          </ac:spMkLst>
        </pc:spChg>
        <pc:spChg chg="add del mod">
          <ac:chgData name="Miguel Carlos Pita" userId="0fb9ac9c31c24696" providerId="LiveId" clId="{9E2D378D-2E1E-4593-B2CF-AAA0CF8CD436}" dt="2024-08-28T16:41:24.715" v="912" actId="478"/>
          <ac:spMkLst>
            <pc:docMk/>
            <pc:sldMk cId="2342372435" sldId="276"/>
            <ac:spMk id="5" creationId="{BE5208C5-229A-5921-09C4-42BC8530832A}"/>
          </ac:spMkLst>
        </pc:spChg>
        <pc:spChg chg="add del">
          <ac:chgData name="Miguel Carlos Pita" userId="0fb9ac9c31c24696" providerId="LiveId" clId="{9E2D378D-2E1E-4593-B2CF-AAA0CF8CD436}" dt="2024-08-28T16:41:24.715" v="912" actId="478"/>
          <ac:spMkLst>
            <pc:docMk/>
            <pc:sldMk cId="2342372435" sldId="276"/>
            <ac:spMk id="6" creationId="{F4434A90-DBE5-6871-956F-8357FE1921DE}"/>
          </ac:spMkLst>
        </pc:spChg>
        <pc:spChg chg="add mod">
          <ac:chgData name="Miguel Carlos Pita" userId="0fb9ac9c31c24696" providerId="LiveId" clId="{9E2D378D-2E1E-4593-B2CF-AAA0CF8CD436}" dt="2024-08-28T16:47:54.909" v="1152"/>
          <ac:spMkLst>
            <pc:docMk/>
            <pc:sldMk cId="2342372435" sldId="276"/>
            <ac:spMk id="7" creationId="{2CBB07F3-8CAC-CAA6-31DD-155110CD0E0C}"/>
          </ac:spMkLst>
        </pc:spChg>
      </pc:sldChg>
      <pc:sldChg chg="addSp delSp modSp add mod ord modAnim">
        <pc:chgData name="Miguel Carlos Pita" userId="0fb9ac9c31c24696" providerId="LiveId" clId="{9E2D378D-2E1E-4593-B2CF-AAA0CF8CD436}" dt="2024-08-28T19:38:34.067" v="1460"/>
        <pc:sldMkLst>
          <pc:docMk/>
          <pc:sldMk cId="3971604565" sldId="277"/>
        </pc:sldMkLst>
        <pc:spChg chg="del mod">
          <ac:chgData name="Miguel Carlos Pita" userId="0fb9ac9c31c24696" providerId="LiveId" clId="{9E2D378D-2E1E-4593-B2CF-AAA0CF8CD436}" dt="2024-08-28T19:37:44.504" v="1447" actId="478"/>
          <ac:spMkLst>
            <pc:docMk/>
            <pc:sldMk cId="3971604565" sldId="277"/>
            <ac:spMk id="2" creationId="{00000000-0000-0000-0000-000000000000}"/>
          </ac:spMkLst>
        </pc:spChg>
        <pc:spChg chg="add del mod">
          <ac:chgData name="Miguel Carlos Pita" userId="0fb9ac9c31c24696" providerId="LiveId" clId="{9E2D378D-2E1E-4593-B2CF-AAA0CF8CD436}" dt="2024-08-28T19:37:48.592" v="1450" actId="478"/>
          <ac:spMkLst>
            <pc:docMk/>
            <pc:sldMk cId="3971604565" sldId="277"/>
            <ac:spMk id="4" creationId="{98D963CE-D463-E6EA-5E19-ACBCFEBC0CF1}"/>
          </ac:spMkLst>
        </pc:spChg>
        <pc:spChg chg="add mod">
          <ac:chgData name="Miguel Carlos Pita" userId="0fb9ac9c31c24696" providerId="LiveId" clId="{9E2D378D-2E1E-4593-B2CF-AAA0CF8CD436}" dt="2024-08-28T19:37:46.857" v="1449"/>
          <ac:spMkLst>
            <pc:docMk/>
            <pc:sldMk cId="3971604565" sldId="277"/>
            <ac:spMk id="5" creationId="{3E20C8D6-2CC4-1044-90DD-7160A2D6E19E}"/>
          </ac:spMkLst>
        </pc:spChg>
        <pc:spChg chg="add mod">
          <ac:chgData name="Miguel Carlos Pita" userId="0fb9ac9c31c24696" providerId="LiveId" clId="{9E2D378D-2E1E-4593-B2CF-AAA0CF8CD436}" dt="2024-08-28T19:37:49.305" v="1451"/>
          <ac:spMkLst>
            <pc:docMk/>
            <pc:sldMk cId="3971604565" sldId="277"/>
            <ac:spMk id="6" creationId="{4AB443FA-A506-02E1-3C40-6E0280C90F15}"/>
          </ac:spMkLst>
        </pc:spChg>
        <pc:spChg chg="mod">
          <ac:chgData name="Miguel Carlos Pita" userId="0fb9ac9c31c24696" providerId="LiveId" clId="{9E2D378D-2E1E-4593-B2CF-AAA0CF8CD436}" dt="2024-08-28T19:35:35.371" v="1444" actId="20577"/>
          <ac:spMkLst>
            <pc:docMk/>
            <pc:sldMk cId="3971604565" sldId="277"/>
            <ac:spMk id="7" creationId="{2CBB07F3-8CAC-CAA6-31DD-155110CD0E0C}"/>
          </ac:spMkLst>
        </pc:spChg>
      </pc:sldChg>
      <pc:sldChg chg="modSp add mod modAnim">
        <pc:chgData name="Miguel Carlos Pita" userId="0fb9ac9c31c24696" providerId="LiveId" clId="{9E2D378D-2E1E-4593-B2CF-AAA0CF8CD436}" dt="2024-08-28T20:09:08.586" v="2199"/>
        <pc:sldMkLst>
          <pc:docMk/>
          <pc:sldMk cId="1438015483" sldId="278"/>
        </pc:sldMkLst>
        <pc:spChg chg="mod">
          <ac:chgData name="Miguel Carlos Pita" userId="0fb9ac9c31c24696" providerId="LiveId" clId="{9E2D378D-2E1E-4593-B2CF-AAA0CF8CD436}" dt="2024-08-28T19:52:58.588" v="1693" actId="20577"/>
          <ac:spMkLst>
            <pc:docMk/>
            <pc:sldMk cId="1438015483" sldId="278"/>
            <ac:spMk id="2" creationId="{00000000-0000-0000-0000-000000000000}"/>
          </ac:spMkLst>
        </pc:spChg>
        <pc:spChg chg="mod">
          <ac:chgData name="Miguel Carlos Pita" userId="0fb9ac9c31c24696" providerId="LiveId" clId="{9E2D378D-2E1E-4593-B2CF-AAA0CF8CD436}" dt="2024-08-28T20:00:36.438" v="1872" actId="20577"/>
          <ac:spMkLst>
            <pc:docMk/>
            <pc:sldMk cId="1438015483" sldId="278"/>
            <ac:spMk id="3" creationId="{00000000-0000-0000-0000-000000000000}"/>
          </ac:spMkLst>
        </pc:spChg>
      </pc:sldChg>
      <pc:sldChg chg="modSp add mod modAnim">
        <pc:chgData name="Miguel Carlos Pita" userId="0fb9ac9c31c24696" providerId="LiveId" clId="{9E2D378D-2E1E-4593-B2CF-AAA0CF8CD436}" dt="2024-08-28T20:09:19.148" v="2203"/>
        <pc:sldMkLst>
          <pc:docMk/>
          <pc:sldMk cId="3711127827" sldId="279"/>
        </pc:sldMkLst>
        <pc:spChg chg="mod">
          <ac:chgData name="Miguel Carlos Pita" userId="0fb9ac9c31c24696" providerId="LiveId" clId="{9E2D378D-2E1E-4593-B2CF-AAA0CF8CD436}" dt="2024-08-28T20:01:49.942" v="1975" actId="20577"/>
          <ac:spMkLst>
            <pc:docMk/>
            <pc:sldMk cId="3711127827" sldId="279"/>
            <ac:spMk id="2" creationId="{00000000-0000-0000-0000-000000000000}"/>
          </ac:spMkLst>
        </pc:spChg>
        <pc:spChg chg="mod">
          <ac:chgData name="Miguel Carlos Pita" userId="0fb9ac9c31c24696" providerId="LiveId" clId="{9E2D378D-2E1E-4593-B2CF-AAA0CF8CD436}" dt="2024-08-28T20:09:15.266" v="2202" actId="27636"/>
          <ac:spMkLst>
            <pc:docMk/>
            <pc:sldMk cId="3711127827" sldId="279"/>
            <ac:spMk id="3" creationId="{00000000-0000-0000-0000-000000000000}"/>
          </ac:spMkLst>
        </pc:spChg>
      </pc:sldChg>
      <pc:sldChg chg="modSp add mod ord modAnim">
        <pc:chgData name="Miguel Carlos Pita" userId="0fb9ac9c31c24696" providerId="LiveId" clId="{9E2D378D-2E1E-4593-B2CF-AAA0CF8CD436}" dt="2024-08-28T20:23:49.132" v="2517"/>
        <pc:sldMkLst>
          <pc:docMk/>
          <pc:sldMk cId="3166405397" sldId="280"/>
        </pc:sldMkLst>
        <pc:spChg chg="mod">
          <ac:chgData name="Miguel Carlos Pita" userId="0fb9ac9c31c24696" providerId="LiveId" clId="{9E2D378D-2E1E-4593-B2CF-AAA0CF8CD436}" dt="2024-08-28T20:23:41.112" v="2514" actId="114"/>
          <ac:spMkLst>
            <pc:docMk/>
            <pc:sldMk cId="3166405397" sldId="280"/>
            <ac:spMk id="3" creationId="{00000000-0000-0000-0000-000000000000}"/>
          </ac:spMkLst>
        </pc:spChg>
      </pc:sldChg>
      <pc:sldChg chg="modSp add mod modAnim">
        <pc:chgData name="Miguel Carlos Pita" userId="0fb9ac9c31c24696" providerId="LiveId" clId="{9E2D378D-2E1E-4593-B2CF-AAA0CF8CD436}" dt="2024-08-28T20:24:06.906" v="2520"/>
        <pc:sldMkLst>
          <pc:docMk/>
          <pc:sldMk cId="0" sldId="281"/>
        </pc:sldMkLst>
        <pc:spChg chg="mod">
          <ac:chgData name="Miguel Carlos Pita" userId="0fb9ac9c31c24696" providerId="LiveId" clId="{9E2D378D-2E1E-4593-B2CF-AAA0CF8CD436}" dt="2024-08-28T20:16:27.190" v="2298" actId="20577"/>
          <ac:spMkLst>
            <pc:docMk/>
            <pc:sldMk cId="0" sldId="281"/>
            <ac:spMk id="3" creationId="{00000000-0000-0000-0000-000000000000}"/>
          </ac:spMkLst>
        </pc:spChg>
      </pc:sldChg>
      <pc:sldChg chg="modSp add mod modAnim">
        <pc:chgData name="Miguel Carlos Pita" userId="0fb9ac9c31c24696" providerId="LiveId" clId="{9E2D378D-2E1E-4593-B2CF-AAA0CF8CD436}" dt="2024-08-28T20:24:28.443" v="2524"/>
        <pc:sldMkLst>
          <pc:docMk/>
          <pc:sldMk cId="2345257045" sldId="282"/>
        </pc:sldMkLst>
        <pc:spChg chg="mod">
          <ac:chgData name="Miguel Carlos Pita" userId="0fb9ac9c31c24696" providerId="LiveId" clId="{9E2D378D-2E1E-4593-B2CF-AAA0CF8CD436}" dt="2024-08-28T20:23:27.351" v="2512" actId="20577"/>
          <ac:spMkLst>
            <pc:docMk/>
            <pc:sldMk cId="2345257045" sldId="282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4000">
              <a:schemeClr val="accent1">
                <a:lumMod val="5000"/>
                <a:lumOff val="95000"/>
              </a:schemeClr>
            </a:gs>
            <a:gs pos="100000">
              <a:schemeClr val="accent5">
                <a:lumMod val="20000"/>
                <a:lumOff val="80000"/>
              </a:schemeClr>
            </a:gs>
            <a:gs pos="34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3771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2996" y="4267832"/>
            <a:ext cx="3604497" cy="1297115"/>
          </a:xfrm>
        </p:spPr>
        <p:txBody>
          <a:bodyPr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s-ES" sz="3500" dirty="0">
                <a:solidFill>
                  <a:schemeClr val="tx2"/>
                </a:solidFill>
              </a:rPr>
              <a:t>Estructuras de Control en Python (Parte I)</a:t>
            </a:r>
          </a:p>
        </p:txBody>
      </p:sp>
      <p:pic>
        <p:nvPicPr>
          <p:cNvPr id="21" name="Graphic 6" descr="Base de datos">
            <a:extLst>
              <a:ext uri="{FF2B5EF4-FFF2-40B4-BE49-F238E27FC236}">
                <a16:creationId xmlns:a16="http://schemas.microsoft.com/office/drawing/2014/main" id="{2090FD23-B4E9-C3AD-1E91-9778D871E4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5352" y="2333040"/>
            <a:ext cx="3106320" cy="310632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22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89" y="-5977"/>
            <a:ext cx="4679005" cy="6863979"/>
            <a:chOff x="305" y="-5977"/>
            <a:chExt cx="6238675" cy="6863979"/>
          </a:xfrm>
        </p:grpSpPr>
        <p:sp>
          <p:nvSpPr>
            <p:cNvPr id="23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Estructuras de Control en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s-AR" sz="9600" dirty="0"/>
              <a:t>L</a:t>
            </a:r>
            <a:r>
              <a:rPr sz="9600" dirty="0"/>
              <a:t>as </a:t>
            </a:r>
            <a:r>
              <a:rPr sz="9600" dirty="0" err="1"/>
              <a:t>estructuras</a:t>
            </a:r>
            <a:r>
              <a:rPr sz="9600" dirty="0"/>
              <a:t> de control, </a:t>
            </a:r>
            <a:r>
              <a:rPr sz="9600" dirty="0" err="1"/>
              <a:t>permiten</a:t>
            </a:r>
            <a:r>
              <a:rPr sz="9600" dirty="0"/>
              <a:t> </a:t>
            </a:r>
            <a:r>
              <a:rPr sz="9600" dirty="0" err="1"/>
              <a:t>establecer</a:t>
            </a:r>
            <a:r>
              <a:rPr sz="9600" dirty="0"/>
              <a:t> un </a:t>
            </a:r>
            <a:r>
              <a:rPr sz="9600" dirty="0" err="1"/>
              <a:t>mecanismo</a:t>
            </a:r>
            <a:r>
              <a:rPr sz="9600" dirty="0"/>
              <a:t> que </a:t>
            </a:r>
            <a:r>
              <a:rPr sz="9600" dirty="0" err="1"/>
              <a:t>va</a:t>
            </a:r>
            <a:r>
              <a:rPr sz="9600" dirty="0"/>
              <a:t> a </a:t>
            </a:r>
            <a:r>
              <a:rPr sz="9600" dirty="0" err="1"/>
              <a:t>permitir</a:t>
            </a:r>
            <a:r>
              <a:rPr sz="9600" dirty="0"/>
              <a:t> que </a:t>
            </a:r>
            <a:r>
              <a:rPr lang="es-AR" sz="9600" dirty="0"/>
              <a:t>el</a:t>
            </a:r>
            <a:r>
              <a:rPr sz="9600" dirty="0"/>
              <a:t> </a:t>
            </a:r>
            <a:r>
              <a:rPr sz="9600" dirty="0" err="1"/>
              <a:t>código</a:t>
            </a:r>
            <a:r>
              <a:rPr sz="9600" dirty="0"/>
              <a:t> </a:t>
            </a:r>
            <a:r>
              <a:rPr lang="es-AR" sz="9600" dirty="0"/>
              <a:t>"</a:t>
            </a:r>
            <a:r>
              <a:rPr sz="9600" dirty="0"/>
              <a:t>tome </a:t>
            </a:r>
            <a:r>
              <a:rPr sz="9600" dirty="0" err="1"/>
              <a:t>decisiones</a:t>
            </a:r>
            <a:r>
              <a:rPr lang="es-AR" sz="9600" dirty="0"/>
              <a:t>"</a:t>
            </a:r>
            <a:r>
              <a:rPr sz="9600" dirty="0"/>
              <a:t>.</a:t>
            </a:r>
          </a:p>
          <a:p>
            <a:endParaRPr sz="9600" dirty="0"/>
          </a:p>
          <a:p>
            <a:r>
              <a:rPr sz="9600" dirty="0" err="1"/>
              <a:t>Básicamente</a:t>
            </a:r>
            <a:r>
              <a:rPr sz="9600" dirty="0"/>
              <a:t> las </a:t>
            </a:r>
            <a:r>
              <a:rPr sz="9600" dirty="0" err="1"/>
              <a:t>estructuras</a:t>
            </a:r>
            <a:r>
              <a:rPr sz="9600" dirty="0"/>
              <a:t> de control </a:t>
            </a:r>
            <a:r>
              <a:rPr sz="9600" dirty="0" err="1"/>
              <a:t>verifican</a:t>
            </a:r>
            <a:r>
              <a:rPr sz="9600" dirty="0"/>
              <a:t> </a:t>
            </a:r>
            <a:r>
              <a:rPr sz="9600" dirty="0" err="1"/>
              <a:t>si</a:t>
            </a:r>
            <a:r>
              <a:rPr sz="9600" dirty="0"/>
              <a:t> se </a:t>
            </a:r>
            <a:r>
              <a:rPr sz="9600" dirty="0" err="1"/>
              <a:t>cumple</a:t>
            </a:r>
            <a:r>
              <a:rPr sz="9600" dirty="0"/>
              <a:t> </a:t>
            </a:r>
            <a:r>
              <a:rPr sz="9600" dirty="0" err="1"/>
              <a:t>una</a:t>
            </a:r>
            <a:r>
              <a:rPr sz="9600" dirty="0"/>
              <a:t> </a:t>
            </a:r>
            <a:r>
              <a:rPr sz="9600" dirty="0" err="1"/>
              <a:t>condición</a:t>
            </a:r>
            <a:r>
              <a:rPr sz="9600" dirty="0"/>
              <a:t> o no, y </a:t>
            </a:r>
            <a:r>
              <a:rPr sz="9600" dirty="0" err="1"/>
              <a:t>dependiendo</a:t>
            </a:r>
            <a:r>
              <a:rPr sz="9600" dirty="0"/>
              <a:t> del </a:t>
            </a:r>
            <a:r>
              <a:rPr sz="9600" dirty="0" err="1"/>
              <a:t>resultado</a:t>
            </a:r>
            <a:r>
              <a:rPr sz="9600" dirty="0"/>
              <a:t> de </a:t>
            </a:r>
            <a:r>
              <a:rPr sz="9600" dirty="0" err="1"/>
              <a:t>esa</a:t>
            </a:r>
            <a:r>
              <a:rPr sz="9600" dirty="0"/>
              <a:t> </a:t>
            </a:r>
            <a:r>
              <a:rPr sz="9600" dirty="0" err="1"/>
              <a:t>verificación</a:t>
            </a:r>
            <a:r>
              <a:rPr sz="9600" dirty="0"/>
              <a:t>, </a:t>
            </a:r>
            <a:r>
              <a:rPr sz="9600" dirty="0" err="1"/>
              <a:t>implementan</a:t>
            </a:r>
            <a:r>
              <a:rPr sz="9600" dirty="0"/>
              <a:t> la </a:t>
            </a:r>
            <a:r>
              <a:rPr sz="9600" dirty="0" err="1"/>
              <a:t>ejecución</a:t>
            </a:r>
            <a:r>
              <a:rPr sz="9600" dirty="0"/>
              <a:t> de un </a:t>
            </a:r>
            <a:r>
              <a:rPr sz="9600" dirty="0" err="1"/>
              <a:t>código</a:t>
            </a:r>
            <a:r>
              <a:rPr sz="9600" dirty="0"/>
              <a:t> o de </a:t>
            </a:r>
            <a:r>
              <a:rPr sz="9600" dirty="0" err="1"/>
              <a:t>otro</a:t>
            </a:r>
            <a:r>
              <a:rPr sz="9600" dirty="0"/>
              <a:t>.</a:t>
            </a:r>
          </a:p>
          <a:p>
            <a:endParaRPr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Estructura</a:t>
            </a:r>
            <a:r>
              <a:rPr dirty="0"/>
              <a:t> de </a:t>
            </a:r>
            <a:r>
              <a:rPr dirty="0" err="1"/>
              <a:t>Contro</a:t>
            </a:r>
            <a:r>
              <a:rPr lang="es-AR" dirty="0"/>
              <a:t>l: </a:t>
            </a:r>
            <a:r>
              <a:rPr lang="es-AR" dirty="0" err="1"/>
              <a:t>If</a:t>
            </a:r>
            <a:endParaRPr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C7A3D883-230B-E162-C772-2E246ECF8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3200" b="1" i="1" dirty="0" err="1"/>
              <a:t>If</a:t>
            </a:r>
            <a:r>
              <a:rPr lang="es-ES" sz="3200" dirty="0"/>
              <a:t> no el significa el sí afirmativo, sino el si condicional.</a:t>
            </a:r>
          </a:p>
          <a:p>
            <a:endParaRPr lang="es-ES" dirty="0"/>
          </a:p>
          <a:p>
            <a:r>
              <a:rPr lang="es-ES" dirty="0"/>
              <a:t>La sintaxis de </a:t>
            </a:r>
            <a:r>
              <a:rPr lang="es-ES" i="1" dirty="0" err="1"/>
              <a:t>if</a:t>
            </a:r>
            <a:r>
              <a:rPr lang="es-ES" dirty="0"/>
              <a:t> es la siguiente:</a:t>
            </a:r>
          </a:p>
          <a:p>
            <a:pPr lvl="1"/>
            <a:r>
              <a:rPr lang="es-ES" i="1" dirty="0" err="1"/>
              <a:t>if</a:t>
            </a:r>
            <a:r>
              <a:rPr lang="es-ES" i="1" dirty="0"/>
              <a:t> [condición]:</a:t>
            </a:r>
          </a:p>
          <a:p>
            <a:pPr lvl="1"/>
            <a:r>
              <a:rPr lang="es-ES" i="1" dirty="0"/>
              <a:t>   [código a ejecutar]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710977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i="1" dirty="0" err="1"/>
              <a:t>temperatura</a:t>
            </a:r>
            <a:r>
              <a:rPr i="1" dirty="0"/>
              <a:t> = 22</a:t>
            </a:r>
          </a:p>
          <a:p>
            <a:pPr lvl="1"/>
            <a:r>
              <a:rPr i="1" dirty="0"/>
              <a:t>if </a:t>
            </a:r>
            <a:r>
              <a:rPr i="1" dirty="0" err="1"/>
              <a:t>temperatura</a:t>
            </a:r>
            <a:r>
              <a:rPr i="1" dirty="0"/>
              <a:t> &gt; 20:</a:t>
            </a:r>
          </a:p>
          <a:p>
            <a:pPr lvl="1"/>
            <a:r>
              <a:rPr i="1" dirty="0"/>
              <a:t>    </a:t>
            </a:r>
            <a:r>
              <a:rPr lang="es-AR" i="1" dirty="0"/>
              <a:t>  </a:t>
            </a:r>
            <a:r>
              <a:rPr i="1" dirty="0"/>
              <a:t>print("</a:t>
            </a:r>
            <a:r>
              <a:rPr i="1" dirty="0" err="1"/>
              <a:t>Hace</a:t>
            </a:r>
            <a:r>
              <a:rPr i="1" dirty="0"/>
              <a:t> </a:t>
            </a:r>
            <a:r>
              <a:rPr i="1" dirty="0" err="1"/>
              <a:t>calor</a:t>
            </a:r>
            <a:r>
              <a:rPr i="1" dirty="0"/>
              <a:t>")</a:t>
            </a:r>
            <a:r>
              <a:rPr lang="es-AR" i="1" dirty="0"/>
              <a:t> # "Hace calor"</a:t>
            </a:r>
          </a:p>
          <a:p>
            <a:pPr lvl="1"/>
            <a:endParaRPr lang="es-AR" i="1" dirty="0"/>
          </a:p>
          <a:p>
            <a:pPr marL="342900" lvl="1" indent="-342900">
              <a:lnSpc>
                <a:spcPct val="80000"/>
              </a:lnSpc>
              <a:buFont typeface="Arial"/>
              <a:buChar char="•"/>
            </a:pPr>
            <a:r>
              <a:rPr lang="es-ES" sz="3100" dirty="0"/>
              <a:t>Este es un ejemplo donde la condición se cumple (es verdadera), y por eso se ejecuta la línea condicional. </a:t>
            </a:r>
          </a:p>
          <a:p>
            <a:pPr marL="342900" lvl="1" indent="-342900">
              <a:lnSpc>
                <a:spcPct val="80000"/>
              </a:lnSpc>
              <a:buFont typeface="Arial"/>
              <a:buChar char="•"/>
            </a:pPr>
            <a:r>
              <a:rPr lang="es-ES" sz="3100" dirty="0"/>
              <a:t>En caso de que no se cumpliese, la línea no se ejecutaría.</a:t>
            </a:r>
          </a:p>
          <a:p>
            <a:pPr marL="457200" lvl="1" indent="0">
              <a:buNone/>
            </a:pPr>
            <a:endParaRPr lang="es-AR" i="1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05D371BB-30AA-862F-9CFD-FDED87BD8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dirty="0" err="1"/>
              <a:t>Estructura</a:t>
            </a:r>
            <a:r>
              <a:rPr dirty="0"/>
              <a:t> de </a:t>
            </a:r>
            <a:r>
              <a:rPr dirty="0" err="1"/>
              <a:t>Contro</a:t>
            </a:r>
            <a:r>
              <a:rPr lang="es-AR" dirty="0"/>
              <a:t>l: </a:t>
            </a:r>
            <a:r>
              <a:rPr lang="es-AR" dirty="0" err="1"/>
              <a:t>If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774" y="1600200"/>
            <a:ext cx="8342026" cy="4525963"/>
          </a:xfrm>
        </p:spPr>
        <p:txBody>
          <a:bodyPr/>
          <a:lstStyle/>
          <a:p>
            <a:r>
              <a:rPr lang="es-AR" dirty="0"/>
              <a:t>P</a:t>
            </a:r>
            <a:r>
              <a:rPr dirty="0" err="1"/>
              <a:t>odemos</a:t>
            </a:r>
            <a:r>
              <a:rPr dirty="0"/>
              <a:t> </a:t>
            </a:r>
            <a:r>
              <a:rPr dirty="0" err="1"/>
              <a:t>aprovechar</a:t>
            </a:r>
            <a:r>
              <a:rPr dirty="0"/>
              <a:t> las </a:t>
            </a:r>
            <a:r>
              <a:rPr dirty="0" err="1"/>
              <a:t>estructuras</a:t>
            </a:r>
            <a:r>
              <a:rPr dirty="0"/>
              <a:t> de control para que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programa</a:t>
            </a:r>
            <a:r>
              <a:rPr dirty="0"/>
              <a:t> se </a:t>
            </a:r>
            <a:r>
              <a:rPr dirty="0" err="1"/>
              <a:t>comporte</a:t>
            </a:r>
            <a:r>
              <a:rPr dirty="0"/>
              <a:t> de </a:t>
            </a:r>
            <a:r>
              <a:rPr dirty="0" err="1"/>
              <a:t>acuerdo</a:t>
            </a:r>
            <a:r>
              <a:rPr dirty="0"/>
              <a:t> a la </a:t>
            </a:r>
            <a:r>
              <a:rPr dirty="0" err="1"/>
              <a:t>información</a:t>
            </a:r>
            <a:r>
              <a:rPr dirty="0"/>
              <a:t> que </a:t>
            </a:r>
            <a:r>
              <a:rPr dirty="0" err="1"/>
              <a:t>ingrese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usuario</a:t>
            </a:r>
            <a:r>
              <a:rPr dirty="0"/>
              <a:t>:</a:t>
            </a:r>
            <a:endParaRPr lang="es-AR" dirty="0"/>
          </a:p>
          <a:p>
            <a:pPr lvl="1"/>
            <a:r>
              <a:rPr lang="it-IT" i="1" dirty="0"/>
              <a:t>temperatura = int(input("Dime la temperatura:"))</a:t>
            </a:r>
          </a:p>
          <a:p>
            <a:pPr lvl="1"/>
            <a:r>
              <a:rPr lang="it-IT" i="1" dirty="0"/>
              <a:t>if temperatura &gt; 20:    </a:t>
            </a:r>
          </a:p>
          <a:p>
            <a:pPr lvl="1"/>
            <a:r>
              <a:rPr lang="it-IT" i="1" dirty="0"/>
              <a:t>       print("Hace calor")</a:t>
            </a:r>
            <a:endParaRPr i="1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1371A3C-ADEF-AD6F-BB8C-A972B4569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dirty="0" err="1"/>
              <a:t>Estructura</a:t>
            </a:r>
            <a:r>
              <a:rPr dirty="0"/>
              <a:t> de </a:t>
            </a:r>
            <a:r>
              <a:rPr dirty="0" err="1"/>
              <a:t>Contro</a:t>
            </a:r>
            <a:r>
              <a:rPr lang="es-AR" dirty="0"/>
              <a:t>l: </a:t>
            </a:r>
            <a:r>
              <a:rPr lang="es-AR" dirty="0" err="1"/>
              <a:t>If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También</a:t>
            </a:r>
            <a:r>
              <a:rPr dirty="0"/>
              <a:t> </a:t>
            </a:r>
            <a:r>
              <a:rPr dirty="0" err="1"/>
              <a:t>podemos</a:t>
            </a:r>
            <a:r>
              <a:rPr dirty="0"/>
              <a:t> </a:t>
            </a:r>
            <a:r>
              <a:rPr dirty="0" err="1"/>
              <a:t>evaluar</a:t>
            </a:r>
            <a:r>
              <a:rPr dirty="0"/>
              <a:t> </a:t>
            </a:r>
            <a:r>
              <a:rPr dirty="0" err="1"/>
              <a:t>condiciones</a:t>
            </a:r>
            <a:r>
              <a:rPr dirty="0"/>
              <a:t> </a:t>
            </a:r>
            <a:r>
              <a:rPr dirty="0" err="1"/>
              <a:t>compuestas</a:t>
            </a:r>
            <a:r>
              <a:rPr dirty="0"/>
              <a:t>, con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operadores</a:t>
            </a:r>
            <a:r>
              <a:rPr dirty="0"/>
              <a:t> </a:t>
            </a:r>
            <a:r>
              <a:rPr dirty="0" err="1"/>
              <a:t>booleanos</a:t>
            </a:r>
            <a:r>
              <a:rPr dirty="0"/>
              <a:t>.</a:t>
            </a:r>
            <a:endParaRPr lang="es-AR" dirty="0"/>
          </a:p>
          <a:p>
            <a:pPr lvl="1"/>
            <a:r>
              <a:rPr lang="es-AR" i="1" dirty="0"/>
              <a:t>temperatura = </a:t>
            </a:r>
            <a:r>
              <a:rPr lang="es-AR" i="1" dirty="0" err="1"/>
              <a:t>int</a:t>
            </a:r>
            <a:r>
              <a:rPr lang="es-AR" i="1" dirty="0"/>
              <a:t>(input("Dime la temperatura:"))</a:t>
            </a:r>
          </a:p>
          <a:p>
            <a:pPr lvl="1"/>
            <a:r>
              <a:rPr lang="es-AR" i="1" dirty="0" err="1"/>
              <a:t>if</a:t>
            </a:r>
            <a:r>
              <a:rPr lang="es-AR" i="1" dirty="0"/>
              <a:t> temperatura &gt; 16 and temperatura &lt; 22:</a:t>
            </a:r>
          </a:p>
          <a:p>
            <a:pPr lvl="1"/>
            <a:r>
              <a:rPr lang="es-AR" i="1" dirty="0"/>
              <a:t>           </a:t>
            </a:r>
            <a:r>
              <a:rPr lang="es-AR" i="1" dirty="0" err="1"/>
              <a:t>print</a:t>
            </a:r>
            <a:r>
              <a:rPr lang="es-AR" i="1" dirty="0"/>
              <a:t>("El clima es agradable")</a:t>
            </a:r>
            <a:endParaRPr i="1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10C95DA-3845-55D6-2E27-9CCC12722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dirty="0" err="1"/>
              <a:t>Estructura</a:t>
            </a:r>
            <a:r>
              <a:rPr dirty="0"/>
              <a:t> de </a:t>
            </a:r>
            <a:r>
              <a:rPr dirty="0" err="1"/>
              <a:t>Contro</a:t>
            </a:r>
            <a:r>
              <a:rPr lang="es-AR" dirty="0"/>
              <a:t>l: </a:t>
            </a:r>
            <a:r>
              <a:rPr lang="es-AR" dirty="0" err="1"/>
              <a:t>If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 err="1"/>
              <a:t>Otra</a:t>
            </a:r>
            <a:r>
              <a:rPr dirty="0"/>
              <a:t> </a:t>
            </a:r>
            <a:r>
              <a:rPr dirty="0" err="1"/>
              <a:t>opción</a:t>
            </a:r>
            <a:r>
              <a:rPr dirty="0"/>
              <a:t> es usar las </a:t>
            </a:r>
            <a:r>
              <a:rPr dirty="0" err="1"/>
              <a:t>estructuras</a:t>
            </a:r>
            <a:r>
              <a:rPr dirty="0"/>
              <a:t> de control para </a:t>
            </a:r>
            <a:r>
              <a:rPr dirty="0" err="1"/>
              <a:t>verificar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un </a:t>
            </a:r>
            <a:r>
              <a:rPr dirty="0" err="1"/>
              <a:t>determinado</a:t>
            </a:r>
            <a:r>
              <a:rPr dirty="0"/>
              <a:t> </a:t>
            </a:r>
            <a:r>
              <a:rPr dirty="0" err="1"/>
              <a:t>elemento</a:t>
            </a:r>
            <a:r>
              <a:rPr dirty="0"/>
              <a:t> se </a:t>
            </a:r>
            <a:r>
              <a:rPr dirty="0" err="1"/>
              <a:t>encuentra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colección</a:t>
            </a:r>
            <a:r>
              <a:rPr dirty="0"/>
              <a:t> (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ejemplo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lista</a:t>
            </a:r>
            <a:r>
              <a:rPr dirty="0"/>
              <a:t>), </a:t>
            </a:r>
            <a:r>
              <a:rPr dirty="0" err="1"/>
              <a:t>usando</a:t>
            </a:r>
            <a:r>
              <a:rPr dirty="0"/>
              <a:t> la </a:t>
            </a:r>
            <a:r>
              <a:rPr dirty="0" err="1"/>
              <a:t>declaración</a:t>
            </a:r>
            <a:r>
              <a:rPr dirty="0"/>
              <a:t> </a:t>
            </a:r>
            <a:r>
              <a:rPr i="1" dirty="0"/>
              <a:t>in</a:t>
            </a:r>
            <a:r>
              <a:rPr dirty="0"/>
              <a:t> que </a:t>
            </a:r>
            <a:r>
              <a:rPr dirty="0" err="1"/>
              <a:t>significa</a:t>
            </a:r>
            <a:r>
              <a:rPr dirty="0"/>
              <a:t> *</a:t>
            </a:r>
            <a:r>
              <a:rPr dirty="0" err="1"/>
              <a:t>en</a:t>
            </a:r>
            <a:r>
              <a:rPr dirty="0"/>
              <a:t>*.</a:t>
            </a:r>
            <a:endParaRPr lang="es-AR" dirty="0"/>
          </a:p>
          <a:p>
            <a:pPr lvl="1"/>
            <a:r>
              <a:rPr lang="es-ES" i="1" dirty="0"/>
              <a:t>amigos = ["Juan", "Ana", "Laura"]</a:t>
            </a:r>
          </a:p>
          <a:p>
            <a:pPr lvl="1"/>
            <a:r>
              <a:rPr lang="es-ES" i="1" dirty="0"/>
              <a:t>nombre = input("Escriba un nombre:")</a:t>
            </a:r>
          </a:p>
          <a:p>
            <a:pPr lvl="1"/>
            <a:r>
              <a:rPr lang="es-ES" i="1" dirty="0" err="1"/>
              <a:t>if</a:t>
            </a:r>
            <a:r>
              <a:rPr lang="es-ES" i="1" dirty="0"/>
              <a:t> nombre in amigos:    </a:t>
            </a:r>
          </a:p>
          <a:p>
            <a:pPr lvl="1"/>
            <a:r>
              <a:rPr lang="es-ES" i="1" dirty="0"/>
              <a:t>       </a:t>
            </a:r>
            <a:r>
              <a:rPr lang="es-ES" i="1" dirty="0" err="1"/>
              <a:t>print</a:t>
            </a:r>
            <a:r>
              <a:rPr lang="es-ES" i="1" dirty="0"/>
              <a:t>(f"{nombre} está en mi grupo de amigos")</a:t>
            </a:r>
            <a:endParaRPr i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1D3CA34-590E-E1A6-71BF-DFC2E4A60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dirty="0" err="1"/>
              <a:t>Estructura</a:t>
            </a:r>
            <a:r>
              <a:rPr dirty="0"/>
              <a:t> de </a:t>
            </a:r>
            <a:r>
              <a:rPr dirty="0" err="1"/>
              <a:t>Contro</a:t>
            </a:r>
            <a:r>
              <a:rPr lang="es-AR" dirty="0"/>
              <a:t>l: </a:t>
            </a:r>
            <a:r>
              <a:rPr lang="es-AR" dirty="0" err="1"/>
              <a:t>If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dirty="0"/>
              <a:t>En definitiva,</a:t>
            </a:r>
            <a:r>
              <a:rPr dirty="0"/>
              <a:t> </a:t>
            </a:r>
            <a:r>
              <a:rPr i="1" dirty="0"/>
              <a:t>if</a:t>
            </a:r>
            <a:r>
              <a:rPr dirty="0"/>
              <a:t> </a:t>
            </a:r>
            <a:r>
              <a:rPr dirty="0" err="1"/>
              <a:t>verifica</a:t>
            </a:r>
            <a:r>
              <a:rPr dirty="0"/>
              <a:t> que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condición</a:t>
            </a:r>
            <a:r>
              <a:rPr dirty="0"/>
              <a:t> sea </a:t>
            </a:r>
            <a:r>
              <a:rPr dirty="0" err="1"/>
              <a:t>verdadera</a:t>
            </a:r>
            <a:r>
              <a:rPr dirty="0"/>
              <a:t>, </a:t>
            </a:r>
            <a:r>
              <a:rPr dirty="0" err="1"/>
              <a:t>por</a:t>
            </a:r>
            <a:r>
              <a:rPr dirty="0"/>
              <a:t> lo que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escribo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valor </a:t>
            </a:r>
            <a:r>
              <a:rPr i="1" dirty="0"/>
              <a:t>True</a:t>
            </a:r>
            <a:r>
              <a:rPr dirty="0"/>
              <a:t>, no </a:t>
            </a:r>
            <a:r>
              <a:rPr dirty="0" err="1"/>
              <a:t>necesito</a:t>
            </a:r>
            <a:r>
              <a:rPr dirty="0"/>
              <a:t> </a:t>
            </a:r>
            <a:r>
              <a:rPr dirty="0" err="1"/>
              <a:t>hacer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comparación</a:t>
            </a:r>
            <a:r>
              <a:rPr dirty="0"/>
              <a:t>.</a:t>
            </a:r>
            <a:endParaRPr lang="es-AR" dirty="0"/>
          </a:p>
          <a:p>
            <a:pPr lvl="1"/>
            <a:r>
              <a:rPr lang="en-US" i="1" dirty="0"/>
              <a:t>if True:    </a:t>
            </a:r>
          </a:p>
          <a:p>
            <a:pPr lvl="1"/>
            <a:r>
              <a:rPr lang="en-US" i="1" dirty="0"/>
              <a:t>       print("</a:t>
            </a:r>
            <a:r>
              <a:rPr lang="en-US" i="1" dirty="0" err="1"/>
              <a:t>Hace</a:t>
            </a:r>
            <a:r>
              <a:rPr lang="en-US" i="1" dirty="0"/>
              <a:t> </a:t>
            </a:r>
            <a:r>
              <a:rPr lang="en-US" i="1" dirty="0" err="1"/>
              <a:t>calor</a:t>
            </a:r>
            <a:r>
              <a:rPr lang="en-US" i="1" dirty="0"/>
              <a:t>")</a:t>
            </a:r>
            <a:endParaRPr i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5A4F0EF-1899-A3FF-1A84-50849C3FB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dirty="0" err="1"/>
              <a:t>Estructura</a:t>
            </a:r>
            <a:r>
              <a:rPr dirty="0"/>
              <a:t> de </a:t>
            </a:r>
            <a:r>
              <a:rPr dirty="0" err="1"/>
              <a:t>Contro</a:t>
            </a:r>
            <a:r>
              <a:rPr lang="es-AR" dirty="0"/>
              <a:t>l: </a:t>
            </a:r>
            <a:r>
              <a:rPr lang="es-AR" dirty="0" err="1"/>
              <a:t>If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err="1"/>
              <a:t>Indentación</a:t>
            </a:r>
            <a:r>
              <a:rPr lang="es-AR" dirty="0"/>
              <a:t> para las estructuras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s-AR" sz="6700" dirty="0"/>
              <a:t>No debe descuidarse </a:t>
            </a:r>
            <a:r>
              <a:rPr sz="6700" dirty="0"/>
              <a:t>la </a:t>
            </a:r>
            <a:r>
              <a:rPr sz="6700" dirty="0" err="1"/>
              <a:t>importancia</a:t>
            </a:r>
            <a:r>
              <a:rPr sz="6700" dirty="0"/>
              <a:t> de </a:t>
            </a:r>
            <a:r>
              <a:rPr sz="6700" dirty="0" err="1"/>
              <a:t>indentar</a:t>
            </a:r>
            <a:r>
              <a:rPr sz="6700" dirty="0"/>
              <a:t> </a:t>
            </a:r>
            <a:r>
              <a:rPr sz="6700" dirty="0" err="1"/>
              <a:t>adecuadamente</a:t>
            </a:r>
            <a:r>
              <a:rPr sz="6700" dirty="0"/>
              <a:t> las </a:t>
            </a:r>
            <a:r>
              <a:rPr sz="6700" dirty="0" err="1"/>
              <a:t>lineas</a:t>
            </a:r>
            <a:r>
              <a:rPr sz="6700" dirty="0"/>
              <a:t> de </a:t>
            </a:r>
            <a:r>
              <a:rPr sz="6700" dirty="0" err="1"/>
              <a:t>código</a:t>
            </a:r>
            <a:r>
              <a:rPr sz="6700" dirty="0"/>
              <a:t>.</a:t>
            </a:r>
            <a:endParaRPr lang="es-AR" sz="6700" dirty="0"/>
          </a:p>
          <a:p>
            <a:endParaRPr lang="es-AR" sz="6700" dirty="0"/>
          </a:p>
          <a:p>
            <a:r>
              <a:rPr sz="6700" dirty="0"/>
              <a:t>El </a:t>
            </a:r>
            <a:r>
              <a:rPr sz="6700" dirty="0" err="1"/>
              <a:t>espacio</a:t>
            </a:r>
            <a:r>
              <a:rPr sz="6700" dirty="0"/>
              <a:t> que </a:t>
            </a:r>
            <a:r>
              <a:rPr sz="6700" dirty="0" err="1"/>
              <a:t>ponemos</a:t>
            </a:r>
            <a:r>
              <a:rPr sz="6700" dirty="0"/>
              <a:t> </a:t>
            </a:r>
            <a:r>
              <a:rPr sz="6700" dirty="0" err="1"/>
              <a:t>en</a:t>
            </a:r>
            <a:r>
              <a:rPr sz="6700" dirty="0"/>
              <a:t> las </a:t>
            </a:r>
            <a:r>
              <a:rPr sz="6700" dirty="0" err="1"/>
              <a:t>lineas</a:t>
            </a:r>
            <a:r>
              <a:rPr sz="6700" dirty="0"/>
              <a:t> que </a:t>
            </a:r>
            <a:r>
              <a:rPr sz="6700" dirty="0" err="1"/>
              <a:t>estén</a:t>
            </a:r>
            <a:r>
              <a:rPr sz="6700" dirty="0"/>
              <a:t> luego de la </a:t>
            </a:r>
            <a:r>
              <a:rPr sz="6700" dirty="0" err="1"/>
              <a:t>declaración</a:t>
            </a:r>
            <a:r>
              <a:rPr sz="6700" dirty="0"/>
              <a:t> if, </a:t>
            </a:r>
            <a:r>
              <a:rPr sz="6700" dirty="0" err="1"/>
              <a:t>deben</a:t>
            </a:r>
            <a:r>
              <a:rPr sz="6700" dirty="0"/>
              <a:t> </a:t>
            </a:r>
            <a:r>
              <a:rPr sz="6700" dirty="0" err="1"/>
              <a:t>tener</a:t>
            </a:r>
            <a:r>
              <a:rPr sz="6700" dirty="0"/>
              <a:t> </a:t>
            </a:r>
            <a:r>
              <a:rPr sz="6700" dirty="0" err="1"/>
              <a:t>una</a:t>
            </a:r>
            <a:r>
              <a:rPr sz="6700" dirty="0"/>
              <a:t> sangría </a:t>
            </a:r>
            <a:r>
              <a:rPr sz="6700" dirty="0" err="1"/>
              <a:t>creada</a:t>
            </a:r>
            <a:r>
              <a:rPr sz="6700" dirty="0"/>
              <a:t> </a:t>
            </a:r>
            <a:r>
              <a:rPr sz="6700" dirty="0" err="1"/>
              <a:t>ya</a:t>
            </a:r>
            <a:r>
              <a:rPr sz="6700" dirty="0"/>
              <a:t> sea con </a:t>
            </a:r>
            <a:r>
              <a:rPr sz="6700" dirty="0" err="1"/>
              <a:t>el</a:t>
            </a:r>
            <a:r>
              <a:rPr sz="6700" dirty="0"/>
              <a:t> </a:t>
            </a:r>
            <a:r>
              <a:rPr sz="6700" dirty="0" err="1"/>
              <a:t>tabulador</a:t>
            </a:r>
            <a:r>
              <a:rPr sz="6700" dirty="0"/>
              <a:t> (</a:t>
            </a:r>
            <a:r>
              <a:rPr sz="6700" dirty="0" err="1"/>
              <a:t>tecla</a:t>
            </a:r>
            <a:r>
              <a:rPr sz="6700" dirty="0"/>
              <a:t> TAB) o con 4 </a:t>
            </a:r>
            <a:r>
              <a:rPr sz="6700" dirty="0" err="1"/>
              <a:t>espacios</a:t>
            </a:r>
            <a:r>
              <a:rPr sz="6700" dirty="0"/>
              <a:t> </a:t>
            </a:r>
            <a:r>
              <a:rPr sz="6700" dirty="0" err="1"/>
              <a:t>en</a:t>
            </a:r>
            <a:r>
              <a:rPr sz="6700" dirty="0"/>
              <a:t> </a:t>
            </a:r>
            <a:r>
              <a:rPr sz="6700" dirty="0" err="1"/>
              <a:t>blanco</a:t>
            </a:r>
            <a:r>
              <a:rPr sz="6700" dirty="0"/>
              <a:t>.</a:t>
            </a:r>
            <a:endParaRPr dirty="0"/>
          </a:p>
          <a:p>
            <a:pPr lvl="1"/>
            <a:r>
              <a:rPr sz="5900" i="1" dirty="0"/>
              <a:t>Linea IF:</a:t>
            </a:r>
            <a:endParaRPr lang="es-AR" sz="5900" i="1" dirty="0"/>
          </a:p>
          <a:p>
            <a:pPr lvl="1"/>
            <a:r>
              <a:rPr lang="es-AR" sz="5900" i="1" dirty="0"/>
              <a:t>    </a:t>
            </a:r>
            <a:r>
              <a:rPr sz="5900" i="1" dirty="0"/>
              <a:t>Linea </a:t>
            </a:r>
            <a:r>
              <a:rPr sz="5900" i="1" dirty="0" err="1"/>
              <a:t>condicional</a:t>
            </a:r>
            <a:r>
              <a:rPr sz="5900" i="1" dirty="0"/>
              <a:t> 1</a:t>
            </a:r>
          </a:p>
          <a:p>
            <a:pPr lvl="1"/>
            <a:r>
              <a:rPr lang="es-AR" sz="5900" i="1" dirty="0"/>
              <a:t>	  </a:t>
            </a:r>
            <a:r>
              <a:rPr sz="5900" i="1" dirty="0"/>
              <a:t>Linea </a:t>
            </a:r>
            <a:r>
              <a:rPr sz="5900" i="1" dirty="0" err="1"/>
              <a:t>condicional</a:t>
            </a:r>
            <a:r>
              <a:rPr sz="5900" i="1" dirty="0"/>
              <a:t> 2</a:t>
            </a:r>
          </a:p>
          <a:p>
            <a:endParaRPr dirty="0"/>
          </a:p>
          <a:p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Estructura</a:t>
            </a:r>
            <a:r>
              <a:rPr dirty="0"/>
              <a:t> de </a:t>
            </a:r>
            <a:r>
              <a:rPr dirty="0" err="1"/>
              <a:t>Contro</a:t>
            </a:r>
            <a:r>
              <a:rPr lang="es-AR" dirty="0"/>
              <a:t>l: </a:t>
            </a:r>
            <a:r>
              <a:rPr lang="es-AR" dirty="0" err="1"/>
              <a:t>Else</a:t>
            </a:r>
            <a:endParaRPr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C7A3D883-230B-E162-C772-2E246ECF8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Tenemos además la estructura de control </a:t>
            </a:r>
            <a:r>
              <a:rPr lang="es-ES" b="1" i="1" dirty="0" err="1"/>
              <a:t>else</a:t>
            </a:r>
            <a:r>
              <a:rPr lang="es-ES" dirty="0"/>
              <a:t>, que en inglés significa </a:t>
            </a:r>
            <a:r>
              <a:rPr lang="es-ES" i="1" dirty="0"/>
              <a:t>si no.</a:t>
            </a:r>
            <a:endParaRPr lang="es-ES" dirty="0"/>
          </a:p>
          <a:p>
            <a:r>
              <a:rPr lang="es-ES" dirty="0"/>
              <a:t>La sintaxis es la siguiente:</a:t>
            </a:r>
          </a:p>
          <a:p>
            <a:pPr lvl="1"/>
            <a:r>
              <a:rPr lang="es-ES" i="1" dirty="0"/>
              <a:t>edad = </a:t>
            </a:r>
            <a:r>
              <a:rPr lang="es-ES" i="1" dirty="0" err="1"/>
              <a:t>int</a:t>
            </a:r>
            <a:r>
              <a:rPr lang="es-ES" i="1" dirty="0"/>
              <a:t>(input("Dime tu edad:"))</a:t>
            </a:r>
          </a:p>
          <a:p>
            <a:pPr lvl="1"/>
            <a:r>
              <a:rPr lang="es-ES" i="1" dirty="0" err="1"/>
              <a:t>if</a:t>
            </a:r>
            <a:r>
              <a:rPr lang="es-ES" i="1" dirty="0"/>
              <a:t> edad &gt;= 18:    </a:t>
            </a:r>
          </a:p>
          <a:p>
            <a:pPr lvl="1"/>
            <a:r>
              <a:rPr lang="es-ES" i="1" dirty="0"/>
              <a:t>         </a:t>
            </a:r>
            <a:r>
              <a:rPr lang="es-ES" i="1" dirty="0" err="1"/>
              <a:t>print</a:t>
            </a:r>
            <a:r>
              <a:rPr lang="es-ES" i="1" dirty="0"/>
              <a:t>("Adulto")</a:t>
            </a:r>
          </a:p>
          <a:p>
            <a:pPr lvl="1"/>
            <a:r>
              <a:rPr lang="es-ES" i="1" dirty="0" err="1"/>
              <a:t>else</a:t>
            </a:r>
            <a:r>
              <a:rPr lang="es-ES" i="1" dirty="0"/>
              <a:t>:    </a:t>
            </a:r>
          </a:p>
          <a:p>
            <a:pPr lvl="1"/>
            <a:r>
              <a:rPr lang="es-ES" i="1" dirty="0"/>
              <a:t>         </a:t>
            </a:r>
            <a:r>
              <a:rPr lang="es-ES" i="1" dirty="0" err="1"/>
              <a:t>print</a:t>
            </a:r>
            <a:r>
              <a:rPr lang="es-ES" i="1" dirty="0"/>
              <a:t>("Menor")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556964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Estructura</a:t>
            </a:r>
            <a:r>
              <a:rPr dirty="0"/>
              <a:t> de </a:t>
            </a:r>
            <a:r>
              <a:rPr dirty="0" err="1"/>
              <a:t>Contro</a:t>
            </a:r>
            <a:r>
              <a:rPr lang="es-AR" dirty="0"/>
              <a:t>l: </a:t>
            </a:r>
            <a:r>
              <a:rPr lang="es-AR" dirty="0" err="1"/>
              <a:t>Elif</a:t>
            </a:r>
            <a:endParaRPr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C7A3D883-230B-E162-C772-2E246ECF8E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297955"/>
          </a:xfrm>
        </p:spPr>
        <p:txBody>
          <a:bodyPr>
            <a:normAutofit fontScale="92500" lnSpcReduction="20000"/>
          </a:bodyPr>
          <a:lstStyle/>
          <a:p>
            <a:r>
              <a:rPr lang="es-ES" sz="3500" b="1" i="1" dirty="0" err="1"/>
              <a:t>Elif</a:t>
            </a:r>
            <a:r>
              <a:rPr lang="es-ES" sz="3500" dirty="0"/>
              <a:t> es una abreviatura de la expresión </a:t>
            </a:r>
            <a:r>
              <a:rPr lang="es-ES" sz="3500" dirty="0" err="1"/>
              <a:t>else</a:t>
            </a:r>
            <a:r>
              <a:rPr lang="es-ES" sz="3500" dirty="0"/>
              <a:t> </a:t>
            </a:r>
            <a:r>
              <a:rPr lang="es-ES" sz="3500" dirty="0" err="1"/>
              <a:t>if</a:t>
            </a:r>
            <a:r>
              <a:rPr lang="es-ES" sz="3500" dirty="0"/>
              <a:t>.</a:t>
            </a:r>
          </a:p>
          <a:p>
            <a:endParaRPr lang="es-ES" sz="3500" dirty="0"/>
          </a:p>
          <a:p>
            <a:r>
              <a:rPr lang="es-ES" sz="3500" dirty="0"/>
              <a:t>Significa que si no se cumple la condición anterior debe verificarse la siguiente.</a:t>
            </a:r>
          </a:p>
          <a:p>
            <a:pPr lvl="1"/>
            <a:r>
              <a:rPr lang="es-ES" sz="3000" i="1" dirty="0"/>
              <a:t>edad = </a:t>
            </a:r>
            <a:r>
              <a:rPr lang="es-ES" sz="3000" i="1" dirty="0" err="1"/>
              <a:t>int</a:t>
            </a:r>
            <a:r>
              <a:rPr lang="es-ES" sz="3000" i="1" dirty="0"/>
              <a:t>(input("Dime tu edad:"))</a:t>
            </a:r>
          </a:p>
          <a:p>
            <a:pPr lvl="1"/>
            <a:r>
              <a:rPr lang="es-ES" sz="3000" i="1" dirty="0" err="1"/>
              <a:t>if</a:t>
            </a:r>
            <a:r>
              <a:rPr lang="es-ES" sz="3000" i="1" dirty="0"/>
              <a:t> edad &gt;= 18:    </a:t>
            </a:r>
          </a:p>
          <a:p>
            <a:pPr lvl="1"/>
            <a:r>
              <a:rPr lang="es-ES" sz="3000" i="1" dirty="0"/>
              <a:t>      </a:t>
            </a:r>
            <a:r>
              <a:rPr lang="es-ES" sz="3000" i="1" dirty="0" err="1"/>
              <a:t>print</a:t>
            </a:r>
            <a:r>
              <a:rPr lang="es-ES" sz="3000" i="1" dirty="0"/>
              <a:t>("Adulto")</a:t>
            </a:r>
          </a:p>
          <a:p>
            <a:pPr lvl="1"/>
            <a:r>
              <a:rPr lang="es-ES" sz="3000" i="1" dirty="0" err="1"/>
              <a:t>elif</a:t>
            </a:r>
            <a:r>
              <a:rPr lang="es-ES" sz="3000" i="1" dirty="0"/>
              <a:t> edad &gt;= 13:    </a:t>
            </a:r>
          </a:p>
          <a:p>
            <a:pPr lvl="1"/>
            <a:r>
              <a:rPr lang="es-ES" sz="3000" i="1" dirty="0"/>
              <a:t>     </a:t>
            </a:r>
            <a:r>
              <a:rPr lang="es-ES" sz="3000" i="1" dirty="0" err="1"/>
              <a:t>print</a:t>
            </a:r>
            <a:r>
              <a:rPr lang="es-ES" sz="3000" i="1" dirty="0"/>
              <a:t>("Adolescente")</a:t>
            </a:r>
          </a:p>
          <a:p>
            <a:pPr lvl="1"/>
            <a:r>
              <a:rPr lang="es-ES" sz="3000" i="1" dirty="0" err="1"/>
              <a:t>else</a:t>
            </a:r>
            <a:r>
              <a:rPr lang="es-ES" sz="3000" i="1" dirty="0"/>
              <a:t>:    </a:t>
            </a:r>
          </a:p>
          <a:p>
            <a:pPr lvl="1"/>
            <a:r>
              <a:rPr lang="es-ES" sz="3000" i="1" dirty="0"/>
              <a:t>     </a:t>
            </a:r>
            <a:r>
              <a:rPr lang="es-ES" sz="3000" i="1" dirty="0" err="1"/>
              <a:t>print</a:t>
            </a:r>
            <a:r>
              <a:rPr lang="es-ES" sz="3000" i="1" dirty="0"/>
              <a:t>("Niño")</a:t>
            </a:r>
          </a:p>
        </p:txBody>
      </p:sp>
    </p:spTree>
    <p:extLst>
      <p:ext uri="{BB962C8B-B14F-4D97-AF65-F5344CB8AC3E}">
        <p14:creationId xmlns:p14="http://schemas.microsoft.com/office/powerpoint/2010/main" val="450174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380</TotalTime>
  <Words>566</Words>
  <Application>Microsoft Office PowerPoint</Application>
  <PresentationFormat>Presentación en pantalla (4:3)</PresentationFormat>
  <Paragraphs>64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Estructuras de Control en Python (Parte I)</vt:lpstr>
      <vt:lpstr>Estructuras de Control en Python</vt:lpstr>
      <vt:lpstr>Estructura de Control: If</vt:lpstr>
      <vt:lpstr>Estructura de Control: If</vt:lpstr>
      <vt:lpstr>Estructura de Control: If</vt:lpstr>
      <vt:lpstr>Estructura de Control: If</vt:lpstr>
      <vt:lpstr>Estructura de Control: If</vt:lpstr>
      <vt:lpstr>Estructura de Control: If</vt:lpstr>
      <vt:lpstr>Indentación para las estructuras</vt:lpstr>
      <vt:lpstr>Estructura de Control: Else</vt:lpstr>
      <vt:lpstr>Estructura de Control: Elif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Miguel Carlos Pita</cp:lastModifiedBy>
  <cp:revision>6</cp:revision>
  <dcterms:created xsi:type="dcterms:W3CDTF">2013-01-27T09:14:16Z</dcterms:created>
  <dcterms:modified xsi:type="dcterms:W3CDTF">2024-08-29T00:27:30Z</dcterms:modified>
  <cp:category/>
</cp:coreProperties>
</file>