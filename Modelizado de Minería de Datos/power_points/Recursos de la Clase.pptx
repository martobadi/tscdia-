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39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4000">
              <a:schemeClr val="bg1"/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Recursos Utilizados en la Clase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Visión</a:t>
            </a:r>
            <a:r>
              <a:rPr dirty="0"/>
              <a:t> general de los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utilizarán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</a:t>
            </a:r>
            <a:r>
              <a:rPr lang="es-AR" dirty="0" smtClean="0"/>
              <a:t>la materia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15" y="132053"/>
            <a:ext cx="2418485" cy="2223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4" descr="▷ ¿Qué es la Minería de datos? Usos del Data Mi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5" name="AutoShape 6" descr="▷ ¿Qué es la Minería de datos? Usos del Data Min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AutoShape 8" descr="▷ ¿Qué es la Minería de datos? Usos del Data Min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160337"/>
            <a:ext cx="291465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5291"/>
            <a:ext cx="8229600" cy="4525963"/>
          </a:xfrm>
        </p:spPr>
        <p:txBody>
          <a:bodyPr/>
          <a:lstStyle/>
          <a:p>
            <a:r>
              <a:rPr dirty="0"/>
              <a:t>Python 3 </a:t>
            </a:r>
            <a:r>
              <a:rPr dirty="0" err="1"/>
              <a:t>es</a:t>
            </a:r>
            <a:r>
              <a:rPr dirty="0"/>
              <a:t> el </a:t>
            </a:r>
            <a:r>
              <a:rPr dirty="0" err="1"/>
              <a:t>lenguaje</a:t>
            </a:r>
            <a:r>
              <a:rPr dirty="0"/>
              <a:t> de </a:t>
            </a:r>
            <a:r>
              <a:rPr dirty="0" err="1"/>
              <a:t>programación</a:t>
            </a:r>
            <a:r>
              <a:rPr dirty="0"/>
              <a:t> principal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utilizaremos</a:t>
            </a:r>
            <a:r>
              <a:rPr dirty="0"/>
              <a:t>.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conocido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simplicidad</a:t>
            </a:r>
            <a:r>
              <a:rPr dirty="0"/>
              <a:t>, </a:t>
            </a:r>
            <a:r>
              <a:rPr dirty="0" err="1"/>
              <a:t>versatilidad</a:t>
            </a:r>
            <a:r>
              <a:rPr dirty="0"/>
              <a:t> y </a:t>
            </a:r>
            <a:r>
              <a:rPr dirty="0" err="1"/>
              <a:t>amplia</a:t>
            </a:r>
            <a:r>
              <a:rPr dirty="0"/>
              <a:t> </a:t>
            </a:r>
            <a:r>
              <a:rPr dirty="0" err="1"/>
              <a:t>adopción</a:t>
            </a:r>
            <a:r>
              <a:rPr dirty="0"/>
              <a:t> en </a:t>
            </a:r>
            <a:r>
              <a:rPr dirty="0" err="1"/>
              <a:t>ciencia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minería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2050" name="Picture 2" descr="Explorando Python 3.8.13: Características y mejoras - Codigos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6" y="3574471"/>
            <a:ext cx="2919684" cy="268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- Wikipedia, la enciclopedia lib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40"/>
          <a:stretch/>
        </p:blipFill>
        <p:spPr bwMode="auto">
          <a:xfrm>
            <a:off x="4055320" y="3186544"/>
            <a:ext cx="4631480" cy="346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Anaconda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2272"/>
            <a:ext cx="8229600" cy="4525963"/>
          </a:xfrm>
        </p:spPr>
        <p:txBody>
          <a:bodyPr/>
          <a:lstStyle/>
          <a:p>
            <a:r>
              <a:rPr dirty="0"/>
              <a:t>Anaconda </a:t>
            </a:r>
            <a:r>
              <a:rPr dirty="0" err="1"/>
              <a:t>es</a:t>
            </a:r>
            <a:r>
              <a:rPr dirty="0"/>
              <a:t> un </a:t>
            </a:r>
            <a:r>
              <a:rPr dirty="0" err="1"/>
              <a:t>entorno</a:t>
            </a:r>
            <a:r>
              <a:rPr dirty="0"/>
              <a:t> de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facilita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paquetes</a:t>
            </a:r>
            <a:r>
              <a:rPr dirty="0"/>
              <a:t> y </a:t>
            </a:r>
            <a:r>
              <a:rPr dirty="0" err="1"/>
              <a:t>entornos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Python.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Jupyter</a:t>
            </a:r>
            <a:r>
              <a:rPr dirty="0"/>
              <a:t> Notebook,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utilizaremos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nuestras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3074" name="Picture 2" descr="Anaconda Navigator — Anaconda docum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909" y="3325089"/>
            <a:ext cx="4966621" cy="310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4" y="4023113"/>
            <a:ext cx="3362325" cy="1707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Jupyter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4563"/>
            <a:ext cx="8229600" cy="4525963"/>
          </a:xfrm>
        </p:spPr>
        <p:txBody>
          <a:bodyPr/>
          <a:lstStyle/>
          <a:p>
            <a:r>
              <a:rPr dirty="0" err="1"/>
              <a:t>Jupyter</a:t>
            </a:r>
            <a:r>
              <a:rPr dirty="0"/>
              <a:t> Notebook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escribir</a:t>
            </a:r>
            <a:r>
              <a:rPr dirty="0"/>
              <a:t> y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en vivo, </a:t>
            </a:r>
            <a:r>
              <a:rPr dirty="0" err="1"/>
              <a:t>además</a:t>
            </a:r>
            <a:r>
              <a:rPr dirty="0"/>
              <a:t> de </a:t>
            </a:r>
            <a:r>
              <a:rPr dirty="0" err="1"/>
              <a:t>incluir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explicativo</a:t>
            </a:r>
            <a:r>
              <a:rPr dirty="0"/>
              <a:t> y </a:t>
            </a:r>
            <a:r>
              <a:rPr dirty="0" err="1"/>
              <a:t>visualizaciones</a:t>
            </a:r>
            <a:r>
              <a:rPr dirty="0"/>
              <a:t>. </a:t>
            </a:r>
            <a:r>
              <a:rPr dirty="0" err="1"/>
              <a:t>Es</a:t>
            </a:r>
            <a:r>
              <a:rPr dirty="0"/>
              <a:t> ideal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exploratorio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4098" name="Picture 2" descr="The complete guide to Jupyter Notebooks for Data Science | by Harshit Tyagi  | Towards Data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120" y="3693155"/>
            <a:ext cx="5330826" cy="299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Colab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27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Google </a:t>
            </a:r>
            <a:r>
              <a:rPr dirty="0" err="1"/>
              <a:t>Colab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basada</a:t>
            </a:r>
            <a:r>
              <a:rPr dirty="0"/>
              <a:t> en la </a:t>
            </a:r>
            <a:r>
              <a:rPr dirty="0" err="1"/>
              <a:t>nube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ejecutar</a:t>
            </a:r>
            <a:r>
              <a:rPr dirty="0"/>
              <a:t> notebooks de </a:t>
            </a:r>
            <a:r>
              <a:rPr dirty="0" err="1"/>
              <a:t>Jupyter</a:t>
            </a:r>
            <a:r>
              <a:rPr dirty="0"/>
              <a:t> sin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configuración</a:t>
            </a:r>
            <a:r>
              <a:rPr dirty="0"/>
              <a:t> local.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trabajar</a:t>
            </a:r>
            <a:r>
              <a:rPr dirty="0"/>
              <a:t> </a:t>
            </a:r>
            <a:r>
              <a:rPr dirty="0" err="1"/>
              <a:t>colaborativamente</a:t>
            </a:r>
            <a:r>
              <a:rPr dirty="0"/>
              <a:t> y </a:t>
            </a:r>
            <a:r>
              <a:rPr dirty="0" err="1"/>
              <a:t>aprovechar</a:t>
            </a:r>
            <a:r>
              <a:rPr dirty="0"/>
              <a:t> el </a:t>
            </a:r>
            <a:r>
              <a:rPr dirty="0" err="1"/>
              <a:t>acceso</a:t>
            </a:r>
            <a:r>
              <a:rPr dirty="0"/>
              <a:t> a </a:t>
            </a:r>
            <a:r>
              <a:rPr dirty="0" err="1"/>
              <a:t>recursos</a:t>
            </a:r>
            <a:r>
              <a:rPr dirty="0"/>
              <a:t> de </a:t>
            </a:r>
            <a:r>
              <a:rPr dirty="0" err="1"/>
              <a:t>computación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GPUs.</a:t>
            </a:r>
          </a:p>
          <a:p>
            <a:endParaRPr dirty="0"/>
          </a:p>
        </p:txBody>
      </p:sp>
      <p:pic>
        <p:nvPicPr>
          <p:cNvPr id="6146" name="Picture 2" descr="Cuáles son las diferencias entre Google Colab y Jupyter Notebook? - Quo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939" y="16308"/>
            <a:ext cx="2241261" cy="119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672" y="3981533"/>
            <a:ext cx="4184073" cy="2704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 descr="Google Colaboratory Colab - Guía Completa Español - Marketing Brandi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6" t="15162" r="7512" b="15437"/>
          <a:stretch/>
        </p:blipFill>
        <p:spPr bwMode="auto">
          <a:xfrm>
            <a:off x="457200" y="4219408"/>
            <a:ext cx="4194628" cy="22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dirty="0"/>
              <a:t>Power BI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de </a:t>
            </a:r>
            <a:r>
              <a:rPr dirty="0" err="1"/>
              <a:t>visualización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dashboards </a:t>
            </a:r>
            <a:r>
              <a:rPr dirty="0" err="1"/>
              <a:t>interactivos</a:t>
            </a:r>
            <a:r>
              <a:rPr dirty="0"/>
              <a:t> y </a:t>
            </a:r>
            <a:r>
              <a:rPr dirty="0" err="1"/>
              <a:t>reportes</a:t>
            </a:r>
            <a:r>
              <a:rPr dirty="0"/>
              <a:t>.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ampliamente</a:t>
            </a:r>
            <a:r>
              <a:rPr dirty="0"/>
              <a:t> </a:t>
            </a:r>
            <a:r>
              <a:rPr dirty="0" err="1"/>
              <a:t>utilizada</a:t>
            </a:r>
            <a:r>
              <a:rPr dirty="0"/>
              <a:t> en el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empresariales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AutoShape 2" descr="Créez un tableau de bord Power BI performant - Guide Comple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5" name="AutoShape 4" descr="Créez un tableau de bord Power BI performant - Guide Comple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AutoShape 6" descr="What is Power BI? - Beginner's Guide to Power BI | DataCam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7" name="AutoShape 8" descr="What is Power BI? - Beginner's Guide to Power BI | DataCamp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7178" name="Picture 10" descr="What is Power BI? - Beginner's Guide to Power BI | DataCam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t="12620" r="16997" b="12684"/>
          <a:stretch/>
        </p:blipFill>
        <p:spPr bwMode="auto">
          <a:xfrm>
            <a:off x="6823564" y="160337"/>
            <a:ext cx="1132364" cy="124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Power BI • Asan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2"/>
          <a:stretch/>
        </p:blipFill>
        <p:spPr bwMode="auto">
          <a:xfrm>
            <a:off x="1897540" y="3468914"/>
            <a:ext cx="5492206" cy="321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709"/>
            <a:ext cx="8229600" cy="4525963"/>
          </a:xfrm>
        </p:spPr>
        <p:txBody>
          <a:bodyPr/>
          <a:lstStyle/>
          <a:p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combinados</a:t>
            </a:r>
            <a:r>
              <a:rPr dirty="0"/>
              <a:t> </a:t>
            </a:r>
            <a:r>
              <a:rPr dirty="0" err="1"/>
              <a:t>proporcionarán</a:t>
            </a:r>
            <a:r>
              <a:rPr dirty="0"/>
              <a:t> un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robusto</a:t>
            </a:r>
            <a:r>
              <a:rPr dirty="0"/>
              <a:t> y flexible </a:t>
            </a:r>
            <a:r>
              <a:rPr dirty="0" err="1"/>
              <a:t>para</a:t>
            </a:r>
            <a:r>
              <a:rPr dirty="0"/>
              <a:t> el </a:t>
            </a:r>
            <a:r>
              <a:rPr dirty="0" err="1"/>
              <a:t>aprendizaje</a:t>
            </a:r>
            <a:r>
              <a:rPr dirty="0"/>
              <a:t> y la </a:t>
            </a: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técnicas</a:t>
            </a:r>
            <a:r>
              <a:rPr dirty="0"/>
              <a:t> de </a:t>
            </a:r>
            <a:r>
              <a:rPr dirty="0" err="1"/>
              <a:t>minería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propósito</a:t>
            </a:r>
            <a:r>
              <a:rPr dirty="0"/>
              <a:t> </a:t>
            </a:r>
            <a:r>
              <a:rPr dirty="0" err="1"/>
              <a:t>específico</a:t>
            </a:r>
            <a:r>
              <a:rPr dirty="0"/>
              <a:t>, y </a:t>
            </a:r>
            <a:r>
              <a:rPr dirty="0" err="1"/>
              <a:t>aprenderemos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utilizarlas</a:t>
            </a:r>
            <a:r>
              <a:rPr dirty="0"/>
              <a:t> </a:t>
            </a:r>
            <a:r>
              <a:rPr dirty="0" err="1"/>
              <a:t>eficazmente</a:t>
            </a:r>
            <a:r>
              <a:rPr dirty="0"/>
              <a:t> a lo largo del </a:t>
            </a:r>
            <a:r>
              <a:rPr dirty="0" err="1"/>
              <a:t>curso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386" y="4188891"/>
            <a:ext cx="4175414" cy="241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8 técnicas de data mining y qué 5 herramientas usar | INESDI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3" t="10360" r="10224" b="6452"/>
          <a:stretch/>
        </p:blipFill>
        <p:spPr bwMode="auto">
          <a:xfrm>
            <a:off x="934896" y="4175203"/>
            <a:ext cx="2445614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Flecha derecha"/>
          <p:cNvSpPr/>
          <p:nvPr/>
        </p:nvSpPr>
        <p:spPr>
          <a:xfrm>
            <a:off x="3519055" y="5112327"/>
            <a:ext cx="886690" cy="5843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221</Words>
  <Application>Microsoft Office PowerPoint</Application>
  <PresentationFormat>Presentación en pantalla (4:3)</PresentationFormat>
  <Paragraphs>14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Recursos Utilizados en la Clase</vt:lpstr>
      <vt:lpstr>Python 3</vt:lpstr>
      <vt:lpstr>Anaconda</vt:lpstr>
      <vt:lpstr>Jupyter Notebook</vt:lpstr>
      <vt:lpstr>Google Colab</vt:lpstr>
      <vt:lpstr>Power BI</vt:lpstr>
      <vt:lpstr>Conclusión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Recursos Utilizados en la Clase</dc:title>
  <dc:subject/>
  <dc:creator/>
  <cp:keywords/>
  <dc:description>generated using python-pptx</dc:description>
  <cp:lastModifiedBy>-</cp:lastModifiedBy>
  <cp:revision>9</cp:revision>
  <dcterms:created xsi:type="dcterms:W3CDTF">2013-01-27T09:14:16Z</dcterms:created>
  <dcterms:modified xsi:type="dcterms:W3CDTF">2024-08-13T16:05:01Z</dcterms:modified>
  <cp:category/>
</cp:coreProperties>
</file>