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310" r:id="rId3"/>
    <p:sldId id="323" r:id="rId4"/>
    <p:sldId id="324" r:id="rId5"/>
    <p:sldId id="325" r:id="rId6"/>
    <p:sldId id="312" r:id="rId7"/>
    <p:sldId id="322" r:id="rId8"/>
    <p:sldId id="327" r:id="rId9"/>
    <p:sldId id="328" r:id="rId10"/>
    <p:sldId id="326" r:id="rId11"/>
    <p:sldId id="269" r:id="rId12"/>
  </p:sldIdLst>
  <p:sldSz cx="12192000" cy="6858000"/>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3373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C881A8A-307A-4DF3-BCE6-6D0F3AF646D9}" v="59" dt="2024-10-18T22:29:25.874"/>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Estilo temático 1 - Énfasis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D27102A9-8310-4765-A935-A1911B00CA55}" styleName="Estilo claro 1 - Acento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34" d="100"/>
          <a:sy n="34" d="100"/>
        </p:scale>
        <p:origin x="116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niel bazan" userId="12ef92c0183a0afd" providerId="LiveId" clId="{9C881A8A-307A-4DF3-BCE6-6D0F3AF646D9}"/>
    <pc:docChg chg="modSld">
      <pc:chgData name="daniel bazan" userId="12ef92c0183a0afd" providerId="LiveId" clId="{9C881A8A-307A-4DF3-BCE6-6D0F3AF646D9}" dt="2024-10-22T18:19:06.698" v="60" actId="20577"/>
      <pc:docMkLst>
        <pc:docMk/>
      </pc:docMkLst>
      <pc:sldChg chg="modSp mod">
        <pc:chgData name="daniel bazan" userId="12ef92c0183a0afd" providerId="LiveId" clId="{9C881A8A-307A-4DF3-BCE6-6D0F3AF646D9}" dt="2024-10-22T18:19:06.698" v="60" actId="20577"/>
        <pc:sldMkLst>
          <pc:docMk/>
          <pc:sldMk cId="3249147272" sldId="256"/>
        </pc:sldMkLst>
        <pc:spChg chg="mod">
          <ac:chgData name="daniel bazan" userId="12ef92c0183a0afd" providerId="LiveId" clId="{9C881A8A-307A-4DF3-BCE6-6D0F3AF646D9}" dt="2024-10-22T18:19:06.698" v="60" actId="20577"/>
          <ac:spMkLst>
            <pc:docMk/>
            <pc:sldMk cId="3249147272" sldId="256"/>
            <ac:spMk id="5" creationId="{D24D16C9-DDB8-7220-C9B4-907DFC1C3A49}"/>
          </ac:spMkLst>
        </pc:spChg>
      </pc:sldChg>
      <pc:sldChg chg="modSp mod">
        <pc:chgData name="daniel bazan" userId="12ef92c0183a0afd" providerId="LiveId" clId="{9C881A8A-307A-4DF3-BCE6-6D0F3AF646D9}" dt="2024-10-18T22:29:25.874" v="58" actId="1076"/>
        <pc:sldMkLst>
          <pc:docMk/>
          <pc:sldMk cId="1713607046" sldId="312"/>
        </pc:sldMkLst>
        <pc:spChg chg="mod">
          <ac:chgData name="daniel bazan" userId="12ef92c0183a0afd" providerId="LiveId" clId="{9C881A8A-307A-4DF3-BCE6-6D0F3AF646D9}" dt="2024-10-18T22:15:00.657" v="9" actId="20577"/>
          <ac:spMkLst>
            <pc:docMk/>
            <pc:sldMk cId="1713607046" sldId="312"/>
            <ac:spMk id="9" creationId="{5CC3B823-53B8-7797-AC6D-6BB2F024CF59}"/>
          </ac:spMkLst>
        </pc:spChg>
        <pc:spChg chg="mod">
          <ac:chgData name="daniel bazan" userId="12ef92c0183a0afd" providerId="LiveId" clId="{9C881A8A-307A-4DF3-BCE6-6D0F3AF646D9}" dt="2024-10-18T22:29:09.182" v="57" actId="1076"/>
          <ac:spMkLst>
            <pc:docMk/>
            <pc:sldMk cId="1713607046" sldId="312"/>
            <ac:spMk id="11" creationId="{80EB37F2-35B9-484F-2021-73C4FC260C64}"/>
          </ac:spMkLst>
        </pc:spChg>
        <pc:spChg chg="mod">
          <ac:chgData name="daniel bazan" userId="12ef92c0183a0afd" providerId="LiveId" clId="{9C881A8A-307A-4DF3-BCE6-6D0F3AF646D9}" dt="2024-10-18T22:15:50.488" v="20" actId="20577"/>
          <ac:spMkLst>
            <pc:docMk/>
            <pc:sldMk cId="1713607046" sldId="312"/>
            <ac:spMk id="12" creationId="{49BE30D1-C0F6-6F21-0BAF-E2C56289F9BA}"/>
          </ac:spMkLst>
        </pc:spChg>
        <pc:spChg chg="mod">
          <ac:chgData name="daniel bazan" userId="12ef92c0183a0afd" providerId="LiveId" clId="{9C881A8A-307A-4DF3-BCE6-6D0F3AF646D9}" dt="2024-10-18T22:29:25.874" v="58" actId="1076"/>
          <ac:spMkLst>
            <pc:docMk/>
            <pc:sldMk cId="1713607046" sldId="312"/>
            <ac:spMk id="13" creationId="{0BD6297A-E48F-728B-4A36-9A6FC89E744C}"/>
          </ac:spMkLst>
        </pc:spChg>
        <pc:spChg chg="mod">
          <ac:chgData name="daniel bazan" userId="12ef92c0183a0afd" providerId="LiveId" clId="{9C881A8A-307A-4DF3-BCE6-6D0F3AF646D9}" dt="2024-10-18T22:29:04.538" v="56" actId="1076"/>
          <ac:spMkLst>
            <pc:docMk/>
            <pc:sldMk cId="1713607046" sldId="312"/>
            <ac:spMk id="14" creationId="{536317DB-29E2-2F3F-AFDD-C2800EAFD0FE}"/>
          </ac:spMkLst>
        </pc:spChg>
      </pc:sldChg>
    </pc:docChg>
  </pc:docChgLst>
  <pc:docChgLst>
    <pc:chgData name="daniel bazan" userId="12ef92c0183a0afd" providerId="LiveId" clId="{16B1A657-FB00-4A6D-9C5B-AB743979EA46}"/>
    <pc:docChg chg="undo redo custSel addSld delSld modSld sldOrd">
      <pc:chgData name="daniel bazan" userId="12ef92c0183a0afd" providerId="LiveId" clId="{16B1A657-FB00-4A6D-9C5B-AB743979EA46}" dt="2024-06-02T21:41:00.999" v="3717" actId="47"/>
      <pc:docMkLst>
        <pc:docMk/>
      </pc:docMkLst>
      <pc:sldChg chg="modSp mod">
        <pc:chgData name="daniel bazan" userId="12ef92c0183a0afd" providerId="LiveId" clId="{16B1A657-FB00-4A6D-9C5B-AB743979EA46}" dt="2024-05-28T21:40:03.351" v="446" actId="20577"/>
        <pc:sldMkLst>
          <pc:docMk/>
          <pc:sldMk cId="3249147272" sldId="256"/>
        </pc:sldMkLst>
        <pc:spChg chg="mod">
          <ac:chgData name="daniel bazan" userId="12ef92c0183a0afd" providerId="LiveId" clId="{16B1A657-FB00-4A6D-9C5B-AB743979EA46}" dt="2024-05-28T21:40:03.351" v="446" actId="20577"/>
          <ac:spMkLst>
            <pc:docMk/>
            <pc:sldMk cId="3249147272" sldId="256"/>
            <ac:spMk id="5" creationId="{D24D16C9-DDB8-7220-C9B4-907DFC1C3A49}"/>
          </ac:spMkLst>
        </pc:spChg>
      </pc:sldChg>
      <pc:sldChg chg="del">
        <pc:chgData name="daniel bazan" userId="12ef92c0183a0afd" providerId="LiveId" clId="{16B1A657-FB00-4A6D-9C5B-AB743979EA46}" dt="2024-05-28T18:57:28.971" v="0" actId="47"/>
        <pc:sldMkLst>
          <pc:docMk/>
          <pc:sldMk cId="797162006" sldId="284"/>
        </pc:sldMkLst>
      </pc:sldChg>
      <pc:sldChg chg="del">
        <pc:chgData name="daniel bazan" userId="12ef92c0183a0afd" providerId="LiveId" clId="{16B1A657-FB00-4A6D-9C5B-AB743979EA46}" dt="2024-05-28T18:57:30.701" v="1" actId="47"/>
        <pc:sldMkLst>
          <pc:docMk/>
          <pc:sldMk cId="3762530262" sldId="290"/>
        </pc:sldMkLst>
      </pc:sldChg>
      <pc:sldChg chg="del">
        <pc:chgData name="daniel bazan" userId="12ef92c0183a0afd" providerId="LiveId" clId="{16B1A657-FB00-4A6D-9C5B-AB743979EA46}" dt="2024-05-28T18:57:31.300" v="2" actId="47"/>
        <pc:sldMkLst>
          <pc:docMk/>
          <pc:sldMk cId="143237465" sldId="295"/>
        </pc:sldMkLst>
      </pc:sldChg>
      <pc:sldChg chg="del">
        <pc:chgData name="daniel bazan" userId="12ef92c0183a0afd" providerId="LiveId" clId="{16B1A657-FB00-4A6D-9C5B-AB743979EA46}" dt="2024-05-28T18:57:31.816" v="3" actId="47"/>
        <pc:sldMkLst>
          <pc:docMk/>
          <pc:sldMk cId="61005385" sldId="296"/>
        </pc:sldMkLst>
      </pc:sldChg>
      <pc:sldChg chg="del">
        <pc:chgData name="daniel bazan" userId="12ef92c0183a0afd" providerId="LiveId" clId="{16B1A657-FB00-4A6D-9C5B-AB743979EA46}" dt="2024-05-28T18:57:32.338" v="4" actId="47"/>
        <pc:sldMkLst>
          <pc:docMk/>
          <pc:sldMk cId="1043073629" sldId="298"/>
        </pc:sldMkLst>
      </pc:sldChg>
      <pc:sldChg chg="addSp delSp modSp mod">
        <pc:chgData name="daniel bazan" userId="12ef92c0183a0afd" providerId="LiveId" clId="{16B1A657-FB00-4A6D-9C5B-AB743979EA46}" dt="2024-05-28T20:02:12.745" v="266" actId="1076"/>
        <pc:sldMkLst>
          <pc:docMk/>
          <pc:sldMk cId="3448702989" sldId="299"/>
        </pc:sldMkLst>
        <pc:spChg chg="mod">
          <ac:chgData name="daniel bazan" userId="12ef92c0183a0afd" providerId="LiveId" clId="{16B1A657-FB00-4A6D-9C5B-AB743979EA46}" dt="2024-05-28T19:05:09.060" v="36" actId="14100"/>
          <ac:spMkLst>
            <pc:docMk/>
            <pc:sldMk cId="3448702989" sldId="299"/>
            <ac:spMk id="3" creationId="{8E22A00A-B539-95F0-F6CE-A63F4FA8573D}"/>
          </ac:spMkLst>
        </pc:spChg>
        <pc:spChg chg="mod">
          <ac:chgData name="daniel bazan" userId="12ef92c0183a0afd" providerId="LiveId" clId="{16B1A657-FB00-4A6D-9C5B-AB743979EA46}" dt="2024-05-28T19:44:03.244" v="118" actId="6549"/>
          <ac:spMkLst>
            <pc:docMk/>
            <pc:sldMk cId="3448702989" sldId="299"/>
            <ac:spMk id="4" creationId="{70DE6C49-725F-C402-9372-3B607BE4F2C2}"/>
          </ac:spMkLst>
        </pc:spChg>
        <pc:spChg chg="del">
          <ac:chgData name="daniel bazan" userId="12ef92c0183a0afd" providerId="LiveId" clId="{16B1A657-FB00-4A6D-9C5B-AB743979EA46}" dt="2024-05-28T19:03:26.789" v="29" actId="478"/>
          <ac:spMkLst>
            <pc:docMk/>
            <pc:sldMk cId="3448702989" sldId="299"/>
            <ac:spMk id="7" creationId="{12955E04-12A4-7DA2-2A06-8C5B91EC3324}"/>
          </ac:spMkLst>
        </pc:spChg>
        <pc:spChg chg="add del mod">
          <ac:chgData name="daniel bazan" userId="12ef92c0183a0afd" providerId="LiveId" clId="{16B1A657-FB00-4A6D-9C5B-AB743979EA46}" dt="2024-05-28T20:01:21.707" v="256" actId="478"/>
          <ac:spMkLst>
            <pc:docMk/>
            <pc:sldMk cId="3448702989" sldId="299"/>
            <ac:spMk id="8" creationId="{17557454-3D4F-CA90-61B7-28198144270F}"/>
          </ac:spMkLst>
        </pc:spChg>
        <pc:spChg chg="add mod ord">
          <ac:chgData name="daniel bazan" userId="12ef92c0183a0afd" providerId="LiveId" clId="{16B1A657-FB00-4A6D-9C5B-AB743979EA46}" dt="2024-05-28T20:02:12.745" v="266" actId="1076"/>
          <ac:spMkLst>
            <pc:docMk/>
            <pc:sldMk cId="3448702989" sldId="299"/>
            <ac:spMk id="11" creationId="{927DA55D-86FA-7C96-A0AA-F1917AF140F3}"/>
          </ac:spMkLst>
        </pc:spChg>
        <pc:picChg chg="del">
          <ac:chgData name="daniel bazan" userId="12ef92c0183a0afd" providerId="LiveId" clId="{16B1A657-FB00-4A6D-9C5B-AB743979EA46}" dt="2024-05-28T18:57:41.046" v="8" actId="478"/>
          <ac:picMkLst>
            <pc:docMk/>
            <pc:sldMk cId="3448702989" sldId="299"/>
            <ac:picMk id="2" creationId="{9CB0F04A-6E8E-82BF-B2EB-813DF057479E}"/>
          </ac:picMkLst>
        </pc:picChg>
        <pc:picChg chg="add del mod">
          <ac:chgData name="daniel bazan" userId="12ef92c0183a0afd" providerId="LiveId" clId="{16B1A657-FB00-4A6D-9C5B-AB743979EA46}" dt="2024-05-28T20:01:10.556" v="254" actId="478"/>
          <ac:picMkLst>
            <pc:docMk/>
            <pc:sldMk cId="3448702989" sldId="299"/>
            <ac:picMk id="5" creationId="{E74FA442-45EA-B306-3DAD-A1A7B6FBB7C2}"/>
          </ac:picMkLst>
        </pc:picChg>
        <pc:picChg chg="add del mod modCrop">
          <ac:chgData name="daniel bazan" userId="12ef92c0183a0afd" providerId="LiveId" clId="{16B1A657-FB00-4A6D-9C5B-AB743979EA46}" dt="2024-05-28T19:58:59.636" v="235" actId="478"/>
          <ac:picMkLst>
            <pc:docMk/>
            <pc:sldMk cId="3448702989" sldId="299"/>
            <ac:picMk id="9" creationId="{3965B469-65F3-E391-7351-1B3780C95E7B}"/>
          </ac:picMkLst>
        </pc:picChg>
        <pc:picChg chg="add del mod">
          <ac:chgData name="daniel bazan" userId="12ef92c0183a0afd" providerId="LiveId" clId="{16B1A657-FB00-4A6D-9C5B-AB743979EA46}" dt="2024-05-28T20:01:08.827" v="252" actId="478"/>
          <ac:picMkLst>
            <pc:docMk/>
            <pc:sldMk cId="3448702989" sldId="299"/>
            <ac:picMk id="12" creationId="{2B29CB1F-7F49-1E7B-44DC-4B5A17478D28}"/>
          </ac:picMkLst>
        </pc:picChg>
        <pc:picChg chg="add del mod">
          <ac:chgData name="daniel bazan" userId="12ef92c0183a0afd" providerId="LiveId" clId="{16B1A657-FB00-4A6D-9C5B-AB743979EA46}" dt="2024-05-28T20:01:09.468" v="253" actId="478"/>
          <ac:picMkLst>
            <pc:docMk/>
            <pc:sldMk cId="3448702989" sldId="299"/>
            <ac:picMk id="13" creationId="{F6E71ADC-D2BE-FAF7-CABC-E9A458AD0AF0}"/>
          </ac:picMkLst>
        </pc:picChg>
        <pc:picChg chg="add mod">
          <ac:chgData name="daniel bazan" userId="12ef92c0183a0afd" providerId="LiveId" clId="{16B1A657-FB00-4A6D-9C5B-AB743979EA46}" dt="2024-05-28T20:01:49.876" v="263" actId="1076"/>
          <ac:picMkLst>
            <pc:docMk/>
            <pc:sldMk cId="3448702989" sldId="299"/>
            <ac:picMk id="14" creationId="{6DDC6749-67F1-1634-5359-BFF5EA5531C6}"/>
          </ac:picMkLst>
        </pc:picChg>
      </pc:sldChg>
      <pc:sldChg chg="del">
        <pc:chgData name="daniel bazan" userId="12ef92c0183a0afd" providerId="LiveId" clId="{16B1A657-FB00-4A6D-9C5B-AB743979EA46}" dt="2024-05-28T18:57:32.834" v="5" actId="47"/>
        <pc:sldMkLst>
          <pc:docMk/>
          <pc:sldMk cId="512838069" sldId="300"/>
        </pc:sldMkLst>
      </pc:sldChg>
      <pc:sldChg chg="addSp modSp add mod">
        <pc:chgData name="daniel bazan" userId="12ef92c0183a0afd" providerId="LiveId" clId="{16B1A657-FB00-4A6D-9C5B-AB743979EA46}" dt="2024-05-28T21:39:19.337" v="444" actId="14100"/>
        <pc:sldMkLst>
          <pc:docMk/>
          <pc:sldMk cId="3391555568" sldId="300"/>
        </pc:sldMkLst>
        <pc:spChg chg="mod">
          <ac:chgData name="daniel bazan" userId="12ef92c0183a0afd" providerId="LiveId" clId="{16B1A657-FB00-4A6D-9C5B-AB743979EA46}" dt="2024-05-28T21:39:07.425" v="441" actId="108"/>
          <ac:spMkLst>
            <pc:docMk/>
            <pc:sldMk cId="3391555568" sldId="300"/>
            <ac:spMk id="4" creationId="{70DE6C49-725F-C402-9372-3B607BE4F2C2}"/>
          </ac:spMkLst>
        </pc:spChg>
        <pc:graphicFrameChg chg="add mod modGraphic">
          <ac:chgData name="daniel bazan" userId="12ef92c0183a0afd" providerId="LiveId" clId="{16B1A657-FB00-4A6D-9C5B-AB743979EA46}" dt="2024-05-28T19:50:50.469" v="182" actId="1076"/>
          <ac:graphicFrameMkLst>
            <pc:docMk/>
            <pc:sldMk cId="3391555568" sldId="300"/>
            <ac:graphicFrameMk id="5" creationId="{DF387A53-5AA8-99F2-0C1C-9D36822FDCB4}"/>
          </ac:graphicFrameMkLst>
        </pc:graphicFrameChg>
        <pc:picChg chg="add mod">
          <ac:chgData name="daniel bazan" userId="12ef92c0183a0afd" providerId="LiveId" clId="{16B1A657-FB00-4A6D-9C5B-AB743979EA46}" dt="2024-05-28T21:39:15.431" v="442" actId="14100"/>
          <ac:picMkLst>
            <pc:docMk/>
            <pc:sldMk cId="3391555568" sldId="300"/>
            <ac:picMk id="2" creationId="{F6B1D498-496A-D8ED-AE89-7B365F51D6BF}"/>
          </ac:picMkLst>
        </pc:picChg>
        <pc:picChg chg="add mod">
          <ac:chgData name="daniel bazan" userId="12ef92c0183a0afd" providerId="LiveId" clId="{16B1A657-FB00-4A6D-9C5B-AB743979EA46}" dt="2024-05-28T21:39:19.337" v="444" actId="14100"/>
          <ac:picMkLst>
            <pc:docMk/>
            <pc:sldMk cId="3391555568" sldId="300"/>
            <ac:picMk id="6" creationId="{869477F4-8059-9E9F-FC33-AFCF9312F169}"/>
          </ac:picMkLst>
        </pc:picChg>
      </pc:sldChg>
      <pc:sldChg chg="delSp modSp add mod">
        <pc:chgData name="daniel bazan" userId="12ef92c0183a0afd" providerId="LiveId" clId="{16B1A657-FB00-4A6D-9C5B-AB743979EA46}" dt="2024-05-28T20:02:44.261" v="270" actId="478"/>
        <pc:sldMkLst>
          <pc:docMk/>
          <pc:sldMk cId="1752705769" sldId="301"/>
        </pc:sldMkLst>
        <pc:spChg chg="mod">
          <ac:chgData name="daniel bazan" userId="12ef92c0183a0afd" providerId="LiveId" clId="{16B1A657-FB00-4A6D-9C5B-AB743979EA46}" dt="2024-05-28T20:02:29.195" v="267" actId="6549"/>
          <ac:spMkLst>
            <pc:docMk/>
            <pc:sldMk cId="1752705769" sldId="301"/>
            <ac:spMk id="4" creationId="{70DE6C49-725F-C402-9372-3B607BE4F2C2}"/>
          </ac:spMkLst>
        </pc:spChg>
        <pc:spChg chg="del">
          <ac:chgData name="daniel bazan" userId="12ef92c0183a0afd" providerId="LiveId" clId="{16B1A657-FB00-4A6D-9C5B-AB743979EA46}" dt="2024-05-28T20:02:44.261" v="270" actId="478"/>
          <ac:spMkLst>
            <pc:docMk/>
            <pc:sldMk cId="1752705769" sldId="301"/>
            <ac:spMk id="11" creationId="{927DA55D-86FA-7C96-A0AA-F1917AF140F3}"/>
          </ac:spMkLst>
        </pc:spChg>
        <pc:picChg chg="mod">
          <ac:chgData name="daniel bazan" userId="12ef92c0183a0afd" providerId="LiveId" clId="{16B1A657-FB00-4A6D-9C5B-AB743979EA46}" dt="2024-05-28T20:02:40.478" v="269" actId="1076"/>
          <ac:picMkLst>
            <pc:docMk/>
            <pc:sldMk cId="1752705769" sldId="301"/>
            <ac:picMk id="12" creationId="{2B29CB1F-7F49-1E7B-44DC-4B5A17478D28}"/>
          </ac:picMkLst>
        </pc:picChg>
        <pc:picChg chg="mod">
          <ac:chgData name="daniel bazan" userId="12ef92c0183a0afd" providerId="LiveId" clId="{16B1A657-FB00-4A6D-9C5B-AB743979EA46}" dt="2024-05-28T20:02:37.819" v="268" actId="1076"/>
          <ac:picMkLst>
            <pc:docMk/>
            <pc:sldMk cId="1752705769" sldId="301"/>
            <ac:picMk id="13" creationId="{F6E71ADC-D2BE-FAF7-CABC-E9A458AD0AF0}"/>
          </ac:picMkLst>
        </pc:picChg>
      </pc:sldChg>
      <pc:sldChg chg="del">
        <pc:chgData name="daniel bazan" userId="12ef92c0183a0afd" providerId="LiveId" clId="{16B1A657-FB00-4A6D-9C5B-AB743979EA46}" dt="2024-05-28T18:57:37.447" v="7" actId="47"/>
        <pc:sldMkLst>
          <pc:docMk/>
          <pc:sldMk cId="2317828474" sldId="301"/>
        </pc:sldMkLst>
      </pc:sldChg>
      <pc:sldChg chg="addSp delSp modSp add mod modAnim">
        <pc:chgData name="daniel bazan" userId="12ef92c0183a0afd" providerId="LiveId" clId="{16B1A657-FB00-4A6D-9C5B-AB743979EA46}" dt="2024-05-28T21:36:54.038" v="435"/>
        <pc:sldMkLst>
          <pc:docMk/>
          <pc:sldMk cId="74871068" sldId="302"/>
        </pc:sldMkLst>
        <pc:spChg chg="mod">
          <ac:chgData name="daniel bazan" userId="12ef92c0183a0afd" providerId="LiveId" clId="{16B1A657-FB00-4A6D-9C5B-AB743979EA46}" dt="2024-05-28T21:23:01.056" v="319" actId="20577"/>
          <ac:spMkLst>
            <pc:docMk/>
            <pc:sldMk cId="74871068" sldId="302"/>
            <ac:spMk id="4" creationId="{70DE6C49-725F-C402-9372-3B607BE4F2C2}"/>
          </ac:spMkLst>
        </pc:spChg>
        <pc:spChg chg="add mod">
          <ac:chgData name="daniel bazan" userId="12ef92c0183a0afd" providerId="LiveId" clId="{16B1A657-FB00-4A6D-9C5B-AB743979EA46}" dt="2024-05-28T21:36:30.584" v="433" actId="33524"/>
          <ac:spMkLst>
            <pc:docMk/>
            <pc:sldMk cId="74871068" sldId="302"/>
            <ac:spMk id="12" creationId="{9DF721BA-8292-CD60-0595-6C169389FC9E}"/>
          </ac:spMkLst>
        </pc:spChg>
        <pc:spChg chg="add mod">
          <ac:chgData name="daniel bazan" userId="12ef92c0183a0afd" providerId="LiveId" clId="{16B1A657-FB00-4A6D-9C5B-AB743979EA46}" dt="2024-05-28T21:32:29.343" v="394" actId="14100"/>
          <ac:spMkLst>
            <pc:docMk/>
            <pc:sldMk cId="74871068" sldId="302"/>
            <ac:spMk id="14" creationId="{80D33767-5FE8-57CA-23F8-CE0DF9A1EC74}"/>
          </ac:spMkLst>
        </pc:spChg>
        <pc:spChg chg="add mod">
          <ac:chgData name="daniel bazan" userId="12ef92c0183a0afd" providerId="LiveId" clId="{16B1A657-FB00-4A6D-9C5B-AB743979EA46}" dt="2024-05-28T21:34:09.853" v="413" actId="20577"/>
          <ac:spMkLst>
            <pc:docMk/>
            <pc:sldMk cId="74871068" sldId="302"/>
            <ac:spMk id="15" creationId="{9F473372-79A9-10BD-0C37-A4CBCDFFFC23}"/>
          </ac:spMkLst>
        </pc:spChg>
        <pc:spChg chg="add del mod">
          <ac:chgData name="daniel bazan" userId="12ef92c0183a0afd" providerId="LiveId" clId="{16B1A657-FB00-4A6D-9C5B-AB743979EA46}" dt="2024-05-28T21:36:21.725" v="432" actId="478"/>
          <ac:spMkLst>
            <pc:docMk/>
            <pc:sldMk cId="74871068" sldId="302"/>
            <ac:spMk id="16" creationId="{FFC19E8B-C0CD-21A8-B6B3-4D4F1A432440}"/>
          </ac:spMkLst>
        </pc:spChg>
        <pc:graphicFrameChg chg="del">
          <ac:chgData name="daniel bazan" userId="12ef92c0183a0afd" providerId="LiveId" clId="{16B1A657-FB00-4A6D-9C5B-AB743979EA46}" dt="2024-05-28T21:21:49.647" v="275" actId="478"/>
          <ac:graphicFrameMkLst>
            <pc:docMk/>
            <pc:sldMk cId="74871068" sldId="302"/>
            <ac:graphicFrameMk id="5" creationId="{DF387A53-5AA8-99F2-0C1C-9D36822FDCB4}"/>
          </ac:graphicFrameMkLst>
        </pc:graphicFrameChg>
        <pc:picChg chg="del">
          <ac:chgData name="daniel bazan" userId="12ef92c0183a0afd" providerId="LiveId" clId="{16B1A657-FB00-4A6D-9C5B-AB743979EA46}" dt="2024-05-28T21:21:40.064" v="272" actId="478"/>
          <ac:picMkLst>
            <pc:docMk/>
            <pc:sldMk cId="74871068" sldId="302"/>
            <ac:picMk id="2" creationId="{F6B1D498-496A-D8ED-AE89-7B365F51D6BF}"/>
          </ac:picMkLst>
        </pc:picChg>
        <pc:picChg chg="del">
          <ac:chgData name="daniel bazan" userId="12ef92c0183a0afd" providerId="LiveId" clId="{16B1A657-FB00-4A6D-9C5B-AB743979EA46}" dt="2024-05-28T21:21:40.681" v="273" actId="478"/>
          <ac:picMkLst>
            <pc:docMk/>
            <pc:sldMk cId="74871068" sldId="302"/>
            <ac:picMk id="6" creationId="{869477F4-8059-9E9F-FC33-AFCF9312F169}"/>
          </ac:picMkLst>
        </pc:picChg>
        <pc:picChg chg="add mod">
          <ac:chgData name="daniel bazan" userId="12ef92c0183a0afd" providerId="LiveId" clId="{16B1A657-FB00-4A6D-9C5B-AB743979EA46}" dt="2024-05-28T21:22:55.479" v="315" actId="14100"/>
          <ac:picMkLst>
            <pc:docMk/>
            <pc:sldMk cId="74871068" sldId="302"/>
            <ac:picMk id="8" creationId="{96399FF5-EE4E-9B67-7B18-C2358244422F}"/>
          </ac:picMkLst>
        </pc:picChg>
        <pc:picChg chg="add mod">
          <ac:chgData name="daniel bazan" userId="12ef92c0183a0afd" providerId="LiveId" clId="{16B1A657-FB00-4A6D-9C5B-AB743979EA46}" dt="2024-05-28T21:23:28.249" v="324" actId="1076"/>
          <ac:picMkLst>
            <pc:docMk/>
            <pc:sldMk cId="74871068" sldId="302"/>
            <ac:picMk id="10" creationId="{2480D421-A840-EB84-F433-4DC621BAEF4D}"/>
          </ac:picMkLst>
        </pc:picChg>
      </pc:sldChg>
      <pc:sldChg chg="del">
        <pc:chgData name="daniel bazan" userId="12ef92c0183a0afd" providerId="LiveId" clId="{16B1A657-FB00-4A6D-9C5B-AB743979EA46}" dt="2024-05-28T18:57:33.838" v="6" actId="47"/>
        <pc:sldMkLst>
          <pc:docMk/>
          <pc:sldMk cId="2544146955" sldId="302"/>
        </pc:sldMkLst>
      </pc:sldChg>
      <pc:sldChg chg="addSp delSp modSp add mod delAnim modAnim">
        <pc:chgData name="daniel bazan" userId="12ef92c0183a0afd" providerId="LiveId" clId="{16B1A657-FB00-4A6D-9C5B-AB743979EA46}" dt="2024-05-28T21:28:20.822" v="370" actId="1076"/>
        <pc:sldMkLst>
          <pc:docMk/>
          <pc:sldMk cId="439402989" sldId="303"/>
        </pc:sldMkLst>
        <pc:picChg chg="add mod modCrop">
          <ac:chgData name="daniel bazan" userId="12ef92c0183a0afd" providerId="LiveId" clId="{16B1A657-FB00-4A6D-9C5B-AB743979EA46}" dt="2024-05-28T21:27:49.310" v="365" actId="732"/>
          <ac:picMkLst>
            <pc:docMk/>
            <pc:sldMk cId="439402989" sldId="303"/>
            <ac:picMk id="5" creationId="{E32A4F50-08AC-FFDD-C246-58C691BD10AD}"/>
          </ac:picMkLst>
        </pc:picChg>
        <pc:picChg chg="add mod">
          <ac:chgData name="daniel bazan" userId="12ef92c0183a0afd" providerId="LiveId" clId="{16B1A657-FB00-4A6D-9C5B-AB743979EA46}" dt="2024-05-28T21:28:20.822" v="370" actId="1076"/>
          <ac:picMkLst>
            <pc:docMk/>
            <pc:sldMk cId="439402989" sldId="303"/>
            <ac:picMk id="7" creationId="{CDB3B845-2FC8-CDC7-72BE-BA200EF03C8B}"/>
          </ac:picMkLst>
        </pc:picChg>
        <pc:picChg chg="del">
          <ac:chgData name="daniel bazan" userId="12ef92c0183a0afd" providerId="LiveId" clId="{16B1A657-FB00-4A6D-9C5B-AB743979EA46}" dt="2024-05-28T21:23:57.007" v="329" actId="478"/>
          <ac:picMkLst>
            <pc:docMk/>
            <pc:sldMk cId="439402989" sldId="303"/>
            <ac:picMk id="8" creationId="{96399FF5-EE4E-9B67-7B18-C2358244422F}"/>
          </ac:picMkLst>
        </pc:picChg>
        <pc:picChg chg="del">
          <ac:chgData name="daniel bazan" userId="12ef92c0183a0afd" providerId="LiveId" clId="{16B1A657-FB00-4A6D-9C5B-AB743979EA46}" dt="2024-05-28T21:24:37.183" v="333" actId="478"/>
          <ac:picMkLst>
            <pc:docMk/>
            <pc:sldMk cId="439402989" sldId="303"/>
            <ac:picMk id="10" creationId="{2480D421-A840-EB84-F433-4DC621BAEF4D}"/>
          </ac:picMkLst>
        </pc:picChg>
        <pc:picChg chg="add mod">
          <ac:chgData name="daniel bazan" userId="12ef92c0183a0afd" providerId="LiveId" clId="{16B1A657-FB00-4A6D-9C5B-AB743979EA46}" dt="2024-05-28T21:28:18.911" v="369" actId="14100"/>
          <ac:picMkLst>
            <pc:docMk/>
            <pc:sldMk cId="439402989" sldId="303"/>
            <ac:picMk id="11" creationId="{9DD0449C-3B83-F6CA-B15F-F051089BA4AD}"/>
          </ac:picMkLst>
        </pc:picChg>
      </pc:sldChg>
      <pc:sldChg chg="new del">
        <pc:chgData name="daniel bazan" userId="12ef92c0183a0afd" providerId="LiveId" clId="{16B1A657-FB00-4A6D-9C5B-AB743979EA46}" dt="2024-05-28T21:23:48.327" v="327" actId="680"/>
        <pc:sldMkLst>
          <pc:docMk/>
          <pc:sldMk cId="1118312673" sldId="303"/>
        </pc:sldMkLst>
      </pc:sldChg>
      <pc:sldChg chg="addSp delSp modSp add mod delAnim">
        <pc:chgData name="daniel bazan" userId="12ef92c0183a0afd" providerId="LiveId" clId="{16B1A657-FB00-4A6D-9C5B-AB743979EA46}" dt="2024-05-31T20:16:49.675" v="1409" actId="122"/>
        <pc:sldMkLst>
          <pc:docMk/>
          <pc:sldMk cId="199773337" sldId="304"/>
        </pc:sldMkLst>
        <pc:spChg chg="mod">
          <ac:chgData name="daniel bazan" userId="12ef92c0183a0afd" providerId="LiveId" clId="{16B1A657-FB00-4A6D-9C5B-AB743979EA46}" dt="2024-05-31T20:16:49.675" v="1409" actId="122"/>
          <ac:spMkLst>
            <pc:docMk/>
            <pc:sldMk cId="199773337" sldId="304"/>
            <ac:spMk id="3" creationId="{8E22A00A-B539-95F0-F6CE-A63F4FA8573D}"/>
          </ac:spMkLst>
        </pc:spChg>
        <pc:spChg chg="mod">
          <ac:chgData name="daniel bazan" userId="12ef92c0183a0afd" providerId="LiveId" clId="{16B1A657-FB00-4A6D-9C5B-AB743979EA46}" dt="2024-05-31T19:05:39.451" v="710" actId="20577"/>
          <ac:spMkLst>
            <pc:docMk/>
            <pc:sldMk cId="199773337" sldId="304"/>
            <ac:spMk id="4" creationId="{70DE6C49-725F-C402-9372-3B607BE4F2C2}"/>
          </ac:spMkLst>
        </pc:spChg>
        <pc:spChg chg="add mod">
          <ac:chgData name="daniel bazan" userId="12ef92c0183a0afd" providerId="LiveId" clId="{16B1A657-FB00-4A6D-9C5B-AB743979EA46}" dt="2024-05-31T20:00:08.530" v="1314" actId="207"/>
          <ac:spMkLst>
            <pc:docMk/>
            <pc:sldMk cId="199773337" sldId="304"/>
            <ac:spMk id="6" creationId="{7CFC26FC-094F-A122-ED90-A8A99800F138}"/>
          </ac:spMkLst>
        </pc:spChg>
        <pc:spChg chg="add del mod">
          <ac:chgData name="daniel bazan" userId="12ef92c0183a0afd" providerId="LiveId" clId="{16B1A657-FB00-4A6D-9C5B-AB743979EA46}" dt="2024-05-31T19:04:00.325" v="687"/>
          <ac:spMkLst>
            <pc:docMk/>
            <pc:sldMk cId="199773337" sldId="304"/>
            <ac:spMk id="9" creationId="{80F016A5-97E0-2A30-83E4-39BD0F0B104E}"/>
          </ac:spMkLst>
        </pc:spChg>
        <pc:spChg chg="add del mod">
          <ac:chgData name="daniel bazan" userId="12ef92c0183a0afd" providerId="LiveId" clId="{16B1A657-FB00-4A6D-9C5B-AB743979EA46}" dt="2024-05-31T19:50:00.806" v="1110" actId="478"/>
          <ac:spMkLst>
            <pc:docMk/>
            <pc:sldMk cId="199773337" sldId="304"/>
            <ac:spMk id="16" creationId="{6A6C3D73-8160-16A9-51BC-14B12406AFDB}"/>
          </ac:spMkLst>
        </pc:spChg>
        <pc:spChg chg="add del mod">
          <ac:chgData name="daniel bazan" userId="12ef92c0183a0afd" providerId="LiveId" clId="{16B1A657-FB00-4A6D-9C5B-AB743979EA46}" dt="2024-05-31T19:50:04.933" v="1111" actId="478"/>
          <ac:spMkLst>
            <pc:docMk/>
            <pc:sldMk cId="199773337" sldId="304"/>
            <ac:spMk id="17" creationId="{E4D28B76-2625-2936-D83D-3EAE74CA8DB1}"/>
          </ac:spMkLst>
        </pc:spChg>
        <pc:spChg chg="add mod">
          <ac:chgData name="daniel bazan" userId="12ef92c0183a0afd" providerId="LiveId" clId="{16B1A657-FB00-4A6D-9C5B-AB743979EA46}" dt="2024-05-31T19:58:26.320" v="1288"/>
          <ac:spMkLst>
            <pc:docMk/>
            <pc:sldMk cId="199773337" sldId="304"/>
            <ac:spMk id="18" creationId="{3B45C63B-9A36-08AD-03DB-21EB32DF39AC}"/>
          </ac:spMkLst>
        </pc:spChg>
        <pc:spChg chg="add mod">
          <ac:chgData name="daniel bazan" userId="12ef92c0183a0afd" providerId="LiveId" clId="{16B1A657-FB00-4A6D-9C5B-AB743979EA46}" dt="2024-05-31T19:58:47.923" v="1298" actId="1076"/>
          <ac:spMkLst>
            <pc:docMk/>
            <pc:sldMk cId="199773337" sldId="304"/>
            <ac:spMk id="22" creationId="{1F6FD19A-BF70-7543-BC2D-9EFEC7159927}"/>
          </ac:spMkLst>
        </pc:spChg>
        <pc:spChg chg="add mod">
          <ac:chgData name="daniel bazan" userId="12ef92c0183a0afd" providerId="LiveId" clId="{16B1A657-FB00-4A6D-9C5B-AB743979EA46}" dt="2024-05-31T19:59:17.572" v="1311" actId="1036"/>
          <ac:spMkLst>
            <pc:docMk/>
            <pc:sldMk cId="199773337" sldId="304"/>
            <ac:spMk id="23" creationId="{BE9AF1E9-1138-7616-602B-CF0F29265213}"/>
          </ac:spMkLst>
        </pc:spChg>
        <pc:picChg chg="del">
          <ac:chgData name="daniel bazan" userId="12ef92c0183a0afd" providerId="LiveId" clId="{16B1A657-FB00-4A6D-9C5B-AB743979EA46}" dt="2024-05-31T18:51:23.764" v="593" actId="478"/>
          <ac:picMkLst>
            <pc:docMk/>
            <pc:sldMk cId="199773337" sldId="304"/>
            <ac:picMk id="5" creationId="{E32A4F50-08AC-FFDD-C246-58C691BD10AD}"/>
          </ac:picMkLst>
        </pc:picChg>
        <pc:picChg chg="del">
          <ac:chgData name="daniel bazan" userId="12ef92c0183a0afd" providerId="LiveId" clId="{16B1A657-FB00-4A6D-9C5B-AB743979EA46}" dt="2024-05-31T18:51:21.649" v="592" actId="478"/>
          <ac:picMkLst>
            <pc:docMk/>
            <pc:sldMk cId="199773337" sldId="304"/>
            <ac:picMk id="7" creationId="{CDB3B845-2FC8-CDC7-72BE-BA200EF03C8B}"/>
          </ac:picMkLst>
        </pc:picChg>
        <pc:picChg chg="add del mod">
          <ac:chgData name="daniel bazan" userId="12ef92c0183a0afd" providerId="LiveId" clId="{16B1A657-FB00-4A6D-9C5B-AB743979EA46}" dt="2024-05-31T19:07:55.781" v="733" actId="478"/>
          <ac:picMkLst>
            <pc:docMk/>
            <pc:sldMk cId="199773337" sldId="304"/>
            <ac:picMk id="10" creationId="{1AACED98-F6C2-9726-2529-AB8694D67AF6}"/>
          </ac:picMkLst>
        </pc:picChg>
        <pc:picChg chg="del">
          <ac:chgData name="daniel bazan" userId="12ef92c0183a0afd" providerId="LiveId" clId="{16B1A657-FB00-4A6D-9C5B-AB743979EA46}" dt="2024-05-31T18:51:19.886" v="591" actId="478"/>
          <ac:picMkLst>
            <pc:docMk/>
            <pc:sldMk cId="199773337" sldId="304"/>
            <ac:picMk id="11" creationId="{9DD0449C-3B83-F6CA-B15F-F051089BA4AD}"/>
          </ac:picMkLst>
        </pc:picChg>
        <pc:picChg chg="add del mod">
          <ac:chgData name="daniel bazan" userId="12ef92c0183a0afd" providerId="LiveId" clId="{16B1A657-FB00-4A6D-9C5B-AB743979EA46}" dt="2024-05-31T19:49:59.181" v="1109" actId="478"/>
          <ac:picMkLst>
            <pc:docMk/>
            <pc:sldMk cId="199773337" sldId="304"/>
            <ac:picMk id="12" creationId="{9956AEDB-A533-003E-D0D8-1A3A7D7701BC}"/>
          </ac:picMkLst>
        </pc:picChg>
        <pc:picChg chg="add del mod">
          <ac:chgData name="daniel bazan" userId="12ef92c0183a0afd" providerId="LiveId" clId="{16B1A657-FB00-4A6D-9C5B-AB743979EA46}" dt="2024-05-31T19:49:58.405" v="1108" actId="478"/>
          <ac:picMkLst>
            <pc:docMk/>
            <pc:sldMk cId="199773337" sldId="304"/>
            <ac:picMk id="13" creationId="{B9BBC3AF-9554-E32E-6BEA-852F131F23AF}"/>
          </ac:picMkLst>
        </pc:picChg>
        <pc:picChg chg="add del mod">
          <ac:chgData name="daniel bazan" userId="12ef92c0183a0afd" providerId="LiveId" clId="{16B1A657-FB00-4A6D-9C5B-AB743979EA46}" dt="2024-05-31T19:49:57.309" v="1107" actId="478"/>
          <ac:picMkLst>
            <pc:docMk/>
            <pc:sldMk cId="199773337" sldId="304"/>
            <ac:picMk id="14" creationId="{BB1DC27D-1023-188A-C812-9B3D50FFFEBC}"/>
          </ac:picMkLst>
        </pc:picChg>
        <pc:picChg chg="add mod">
          <ac:chgData name="daniel bazan" userId="12ef92c0183a0afd" providerId="LiveId" clId="{16B1A657-FB00-4A6D-9C5B-AB743979EA46}" dt="2024-05-31T19:56:34.002" v="1262" actId="1076"/>
          <ac:picMkLst>
            <pc:docMk/>
            <pc:sldMk cId="199773337" sldId="304"/>
            <ac:picMk id="19" creationId="{7346CAC6-A829-EC80-7890-EE3F0CFC8E79}"/>
          </ac:picMkLst>
        </pc:picChg>
        <pc:picChg chg="add mod">
          <ac:chgData name="daniel bazan" userId="12ef92c0183a0afd" providerId="LiveId" clId="{16B1A657-FB00-4A6D-9C5B-AB743979EA46}" dt="2024-05-31T19:57:30.768" v="1278" actId="14100"/>
          <ac:picMkLst>
            <pc:docMk/>
            <pc:sldMk cId="199773337" sldId="304"/>
            <ac:picMk id="20" creationId="{D2E94B41-E06E-A279-3FF5-7C8368036A2E}"/>
          </ac:picMkLst>
        </pc:picChg>
        <pc:picChg chg="add mod">
          <ac:chgData name="daniel bazan" userId="12ef92c0183a0afd" providerId="LiveId" clId="{16B1A657-FB00-4A6D-9C5B-AB743979EA46}" dt="2024-05-31T19:57:38.501" v="1284" actId="1035"/>
          <ac:picMkLst>
            <pc:docMk/>
            <pc:sldMk cId="199773337" sldId="304"/>
            <ac:picMk id="21" creationId="{66B53B59-4D87-324D-1582-4353B032C803}"/>
          </ac:picMkLst>
        </pc:picChg>
      </pc:sldChg>
      <pc:sldChg chg="addSp delSp modSp add mod delAnim">
        <pc:chgData name="daniel bazan" userId="12ef92c0183a0afd" providerId="LiveId" clId="{16B1A657-FB00-4A6D-9C5B-AB743979EA46}" dt="2024-05-31T18:55:42.653" v="615" actId="1076"/>
        <pc:sldMkLst>
          <pc:docMk/>
          <pc:sldMk cId="777187342" sldId="305"/>
        </pc:sldMkLst>
        <pc:spChg chg="mod">
          <ac:chgData name="daniel bazan" userId="12ef92c0183a0afd" providerId="LiveId" clId="{16B1A657-FB00-4A6D-9C5B-AB743979EA46}" dt="2024-05-31T18:55:13.513" v="607" actId="20577"/>
          <ac:spMkLst>
            <pc:docMk/>
            <pc:sldMk cId="777187342" sldId="305"/>
            <ac:spMk id="4" creationId="{70DE6C49-725F-C402-9372-3B607BE4F2C2}"/>
          </ac:spMkLst>
        </pc:spChg>
        <pc:picChg chg="del">
          <ac:chgData name="daniel bazan" userId="12ef92c0183a0afd" providerId="LiveId" clId="{16B1A657-FB00-4A6D-9C5B-AB743979EA46}" dt="2024-05-31T18:55:04.724" v="602" actId="478"/>
          <ac:picMkLst>
            <pc:docMk/>
            <pc:sldMk cId="777187342" sldId="305"/>
            <ac:picMk id="5" creationId="{E32A4F50-08AC-FFDD-C246-58C691BD10AD}"/>
          </ac:picMkLst>
        </pc:picChg>
        <pc:picChg chg="del">
          <ac:chgData name="daniel bazan" userId="12ef92c0183a0afd" providerId="LiveId" clId="{16B1A657-FB00-4A6D-9C5B-AB743979EA46}" dt="2024-05-31T18:55:05.494" v="603" actId="478"/>
          <ac:picMkLst>
            <pc:docMk/>
            <pc:sldMk cId="777187342" sldId="305"/>
            <ac:picMk id="7" creationId="{CDB3B845-2FC8-CDC7-72BE-BA200EF03C8B}"/>
          </ac:picMkLst>
        </pc:picChg>
        <pc:picChg chg="del">
          <ac:chgData name="daniel bazan" userId="12ef92c0183a0afd" providerId="LiveId" clId="{16B1A657-FB00-4A6D-9C5B-AB743979EA46}" dt="2024-05-31T18:55:03.380" v="601" actId="478"/>
          <ac:picMkLst>
            <pc:docMk/>
            <pc:sldMk cId="777187342" sldId="305"/>
            <ac:picMk id="11" creationId="{9DD0449C-3B83-F6CA-B15F-F051089BA4AD}"/>
          </ac:picMkLst>
        </pc:picChg>
        <pc:picChg chg="add mod">
          <ac:chgData name="daniel bazan" userId="12ef92c0183a0afd" providerId="LiveId" clId="{16B1A657-FB00-4A6D-9C5B-AB743979EA46}" dt="2024-05-31T18:55:42.653" v="615" actId="1076"/>
          <ac:picMkLst>
            <pc:docMk/>
            <pc:sldMk cId="777187342" sldId="305"/>
            <ac:picMk id="1026" creationId="{BE0DB838-79A2-77D0-49A5-7478A06F77FC}"/>
          </ac:picMkLst>
        </pc:picChg>
      </pc:sldChg>
      <pc:sldChg chg="addSp modSp add mod ord">
        <pc:chgData name="daniel bazan" userId="12ef92c0183a0afd" providerId="LiveId" clId="{16B1A657-FB00-4A6D-9C5B-AB743979EA46}" dt="2024-05-31T20:16:42.279" v="1407" actId="122"/>
        <pc:sldMkLst>
          <pc:docMk/>
          <pc:sldMk cId="3011790874" sldId="306"/>
        </pc:sldMkLst>
        <pc:spChg chg="mod">
          <ac:chgData name="daniel bazan" userId="12ef92c0183a0afd" providerId="LiveId" clId="{16B1A657-FB00-4A6D-9C5B-AB743979EA46}" dt="2024-05-31T20:16:42.279" v="1407" actId="122"/>
          <ac:spMkLst>
            <pc:docMk/>
            <pc:sldMk cId="3011790874" sldId="306"/>
            <ac:spMk id="3" creationId="{8E22A00A-B539-95F0-F6CE-A63F4FA8573D}"/>
          </ac:spMkLst>
        </pc:spChg>
        <pc:spChg chg="mod">
          <ac:chgData name="daniel bazan" userId="12ef92c0183a0afd" providerId="LiveId" clId="{16B1A657-FB00-4A6D-9C5B-AB743979EA46}" dt="2024-05-31T19:48:29.374" v="997" actId="20577"/>
          <ac:spMkLst>
            <pc:docMk/>
            <pc:sldMk cId="3011790874" sldId="306"/>
            <ac:spMk id="6" creationId="{7CFC26FC-094F-A122-ED90-A8A99800F138}"/>
          </ac:spMkLst>
        </pc:spChg>
        <pc:spChg chg="mod">
          <ac:chgData name="daniel bazan" userId="12ef92c0183a0afd" providerId="LiveId" clId="{16B1A657-FB00-4A6D-9C5B-AB743979EA46}" dt="2024-05-31T19:27:46.263" v="989" actId="1076"/>
          <ac:spMkLst>
            <pc:docMk/>
            <pc:sldMk cId="3011790874" sldId="306"/>
            <ac:spMk id="16" creationId="{6A6C3D73-8160-16A9-51BC-14B12406AFDB}"/>
          </ac:spMkLst>
        </pc:spChg>
        <pc:spChg chg="mod">
          <ac:chgData name="daniel bazan" userId="12ef92c0183a0afd" providerId="LiveId" clId="{16B1A657-FB00-4A6D-9C5B-AB743979EA46}" dt="2024-05-31T19:27:43.405" v="988" actId="1076"/>
          <ac:spMkLst>
            <pc:docMk/>
            <pc:sldMk cId="3011790874" sldId="306"/>
            <ac:spMk id="17" creationId="{E4D28B76-2625-2936-D83D-3EAE74CA8DB1}"/>
          </ac:spMkLst>
        </pc:spChg>
        <pc:spChg chg="mod">
          <ac:chgData name="daniel bazan" userId="12ef92c0183a0afd" providerId="LiveId" clId="{16B1A657-FB00-4A6D-9C5B-AB743979EA46}" dt="2024-05-31T19:28:01.901" v="993" actId="1036"/>
          <ac:spMkLst>
            <pc:docMk/>
            <pc:sldMk cId="3011790874" sldId="306"/>
            <ac:spMk id="18" creationId="{3B45C63B-9A36-08AD-03DB-21EB32DF39AC}"/>
          </ac:spMkLst>
        </pc:spChg>
        <pc:picChg chg="mod">
          <ac:chgData name="daniel bazan" userId="12ef92c0183a0afd" providerId="LiveId" clId="{16B1A657-FB00-4A6D-9C5B-AB743979EA46}" dt="2024-05-31T19:27:23.653" v="984" actId="1076"/>
          <ac:picMkLst>
            <pc:docMk/>
            <pc:sldMk cId="3011790874" sldId="306"/>
            <ac:picMk id="12" creationId="{9956AEDB-A533-003E-D0D8-1A3A7D7701BC}"/>
          </ac:picMkLst>
        </pc:picChg>
        <pc:picChg chg="mod">
          <ac:chgData name="daniel bazan" userId="12ef92c0183a0afd" providerId="LiveId" clId="{16B1A657-FB00-4A6D-9C5B-AB743979EA46}" dt="2024-05-31T19:27:33.259" v="986" actId="14100"/>
          <ac:picMkLst>
            <pc:docMk/>
            <pc:sldMk cId="3011790874" sldId="306"/>
            <ac:picMk id="13" creationId="{B9BBC3AF-9554-E32E-6BEA-852F131F23AF}"/>
          </ac:picMkLst>
        </pc:picChg>
        <pc:picChg chg="mod">
          <ac:chgData name="daniel bazan" userId="12ef92c0183a0afd" providerId="LiveId" clId="{16B1A657-FB00-4A6D-9C5B-AB743979EA46}" dt="2024-05-31T19:27:49.362" v="990" actId="1076"/>
          <ac:picMkLst>
            <pc:docMk/>
            <pc:sldMk cId="3011790874" sldId="306"/>
            <ac:picMk id="14" creationId="{BB1DC27D-1023-188A-C812-9B3D50FFFEBC}"/>
          </ac:picMkLst>
        </pc:picChg>
        <pc:picChg chg="add mod">
          <ac:chgData name="daniel bazan" userId="12ef92c0183a0afd" providerId="LiveId" clId="{16B1A657-FB00-4A6D-9C5B-AB743979EA46}" dt="2024-05-31T19:27:06.336" v="972" actId="14100"/>
          <ac:picMkLst>
            <pc:docMk/>
            <pc:sldMk cId="3011790874" sldId="306"/>
            <ac:picMk id="2050" creationId="{826678BF-F226-03EC-DC91-97615E9FB830}"/>
          </ac:picMkLst>
        </pc:picChg>
      </pc:sldChg>
      <pc:sldChg chg="addSp delSp modSp add mod">
        <pc:chgData name="daniel bazan" userId="12ef92c0183a0afd" providerId="LiveId" clId="{16B1A657-FB00-4A6D-9C5B-AB743979EA46}" dt="2024-05-31T20:16:57.172" v="1412" actId="122"/>
        <pc:sldMkLst>
          <pc:docMk/>
          <pc:sldMk cId="2566577769" sldId="307"/>
        </pc:sldMkLst>
        <pc:spChg chg="mod">
          <ac:chgData name="daniel bazan" userId="12ef92c0183a0afd" providerId="LiveId" clId="{16B1A657-FB00-4A6D-9C5B-AB743979EA46}" dt="2024-05-31T20:16:57.172" v="1412" actId="122"/>
          <ac:spMkLst>
            <pc:docMk/>
            <pc:sldMk cId="2566577769" sldId="307"/>
            <ac:spMk id="3" creationId="{8E22A00A-B539-95F0-F6CE-A63F4FA8573D}"/>
          </ac:spMkLst>
        </pc:spChg>
        <pc:spChg chg="add del">
          <ac:chgData name="daniel bazan" userId="12ef92c0183a0afd" providerId="LiveId" clId="{16B1A657-FB00-4A6D-9C5B-AB743979EA46}" dt="2024-05-31T20:01:41.326" v="1324" actId="478"/>
          <ac:spMkLst>
            <pc:docMk/>
            <pc:sldMk cId="2566577769" sldId="307"/>
            <ac:spMk id="5" creationId="{CE3F54A5-1710-73F7-2EDE-724CA462EE40}"/>
          </ac:spMkLst>
        </pc:spChg>
        <pc:spChg chg="mod">
          <ac:chgData name="daniel bazan" userId="12ef92c0183a0afd" providerId="LiveId" clId="{16B1A657-FB00-4A6D-9C5B-AB743979EA46}" dt="2024-05-31T20:04:51.948" v="1385" actId="313"/>
          <ac:spMkLst>
            <pc:docMk/>
            <pc:sldMk cId="2566577769" sldId="307"/>
            <ac:spMk id="6" creationId="{7CFC26FC-094F-A122-ED90-A8A99800F138}"/>
          </ac:spMkLst>
        </pc:spChg>
        <pc:spChg chg="add mod">
          <ac:chgData name="daniel bazan" userId="12ef92c0183a0afd" providerId="LiveId" clId="{16B1A657-FB00-4A6D-9C5B-AB743979EA46}" dt="2024-05-31T20:03:58.346" v="1364" actId="1440"/>
          <ac:spMkLst>
            <pc:docMk/>
            <pc:sldMk cId="2566577769" sldId="307"/>
            <ac:spMk id="7" creationId="{E0E943B8-0980-8CF6-958C-E6214052AFB1}"/>
          </ac:spMkLst>
        </pc:spChg>
        <pc:spChg chg="del mod">
          <ac:chgData name="daniel bazan" userId="12ef92c0183a0afd" providerId="LiveId" clId="{16B1A657-FB00-4A6D-9C5B-AB743979EA46}" dt="2024-05-31T20:01:57.589" v="1329" actId="478"/>
          <ac:spMkLst>
            <pc:docMk/>
            <pc:sldMk cId="2566577769" sldId="307"/>
            <ac:spMk id="18" creationId="{3B45C63B-9A36-08AD-03DB-21EB32DF39AC}"/>
          </ac:spMkLst>
        </pc:spChg>
        <pc:spChg chg="mod">
          <ac:chgData name="daniel bazan" userId="12ef92c0183a0afd" providerId="LiveId" clId="{16B1A657-FB00-4A6D-9C5B-AB743979EA46}" dt="2024-05-31T20:03:47.800" v="1362" actId="1076"/>
          <ac:spMkLst>
            <pc:docMk/>
            <pc:sldMk cId="2566577769" sldId="307"/>
            <ac:spMk id="22" creationId="{1F6FD19A-BF70-7543-BC2D-9EFEC7159927}"/>
          </ac:spMkLst>
        </pc:spChg>
        <pc:spChg chg="del mod">
          <ac:chgData name="daniel bazan" userId="12ef92c0183a0afd" providerId="LiveId" clId="{16B1A657-FB00-4A6D-9C5B-AB743979EA46}" dt="2024-05-31T20:01:05.269" v="1322" actId="478"/>
          <ac:spMkLst>
            <pc:docMk/>
            <pc:sldMk cId="2566577769" sldId="307"/>
            <ac:spMk id="23" creationId="{BE9AF1E9-1138-7616-602B-CF0F29265213}"/>
          </ac:spMkLst>
        </pc:spChg>
        <pc:picChg chg="del">
          <ac:chgData name="daniel bazan" userId="12ef92c0183a0afd" providerId="LiveId" clId="{16B1A657-FB00-4A6D-9C5B-AB743979EA46}" dt="2024-05-31T20:00:59.853" v="1318" actId="478"/>
          <ac:picMkLst>
            <pc:docMk/>
            <pc:sldMk cId="2566577769" sldId="307"/>
            <ac:picMk id="19" creationId="{7346CAC6-A829-EC80-7890-EE3F0CFC8E79}"/>
          </ac:picMkLst>
        </pc:picChg>
        <pc:picChg chg="del">
          <ac:chgData name="daniel bazan" userId="12ef92c0183a0afd" providerId="LiveId" clId="{16B1A657-FB00-4A6D-9C5B-AB743979EA46}" dt="2024-05-31T20:01:01.485" v="1319" actId="478"/>
          <ac:picMkLst>
            <pc:docMk/>
            <pc:sldMk cId="2566577769" sldId="307"/>
            <ac:picMk id="20" creationId="{D2E94B41-E06E-A279-3FF5-7C8368036A2E}"/>
          </ac:picMkLst>
        </pc:picChg>
        <pc:picChg chg="del">
          <ac:chgData name="daniel bazan" userId="12ef92c0183a0afd" providerId="LiveId" clId="{16B1A657-FB00-4A6D-9C5B-AB743979EA46}" dt="2024-05-31T20:01:02.237" v="1320" actId="478"/>
          <ac:picMkLst>
            <pc:docMk/>
            <pc:sldMk cId="2566577769" sldId="307"/>
            <ac:picMk id="21" creationId="{66B53B59-4D87-324D-1582-4353B032C803}"/>
          </ac:picMkLst>
        </pc:picChg>
        <pc:picChg chg="add mod">
          <ac:chgData name="daniel bazan" userId="12ef92c0183a0afd" providerId="LiveId" clId="{16B1A657-FB00-4A6D-9C5B-AB743979EA46}" dt="2024-05-31T20:04:00.730" v="1365" actId="1440"/>
          <ac:picMkLst>
            <pc:docMk/>
            <pc:sldMk cId="2566577769" sldId="307"/>
            <ac:picMk id="3074" creationId="{6C961AD2-5EE6-6DB8-21F3-98F24E82775F}"/>
          </ac:picMkLst>
        </pc:picChg>
        <pc:picChg chg="add mod">
          <ac:chgData name="daniel bazan" userId="12ef92c0183a0afd" providerId="LiveId" clId="{16B1A657-FB00-4A6D-9C5B-AB743979EA46}" dt="2024-05-31T20:03:01.686" v="1353" actId="1076"/>
          <ac:picMkLst>
            <pc:docMk/>
            <pc:sldMk cId="2566577769" sldId="307"/>
            <ac:picMk id="3076" creationId="{0C4046AE-A78B-F36F-13D8-D84A21A6F0C5}"/>
          </ac:picMkLst>
        </pc:picChg>
        <pc:picChg chg="add mod">
          <ac:chgData name="daniel bazan" userId="12ef92c0183a0afd" providerId="LiveId" clId="{16B1A657-FB00-4A6D-9C5B-AB743979EA46}" dt="2024-05-31T20:03:58.346" v="1364" actId="1440"/>
          <ac:picMkLst>
            <pc:docMk/>
            <pc:sldMk cId="2566577769" sldId="307"/>
            <ac:picMk id="3078" creationId="{F3E97BEB-AC1C-7A30-34F7-6D18649C5FAB}"/>
          </ac:picMkLst>
        </pc:picChg>
      </pc:sldChg>
      <pc:sldChg chg="addSp delSp modSp add mod">
        <pc:chgData name="daniel bazan" userId="12ef92c0183a0afd" providerId="LiveId" clId="{16B1A657-FB00-4A6D-9C5B-AB743979EA46}" dt="2024-05-31T21:02:59.788" v="1652" actId="1076"/>
        <pc:sldMkLst>
          <pc:docMk/>
          <pc:sldMk cId="4111545096" sldId="308"/>
        </pc:sldMkLst>
        <pc:spChg chg="mod">
          <ac:chgData name="daniel bazan" userId="12ef92c0183a0afd" providerId="LiveId" clId="{16B1A657-FB00-4A6D-9C5B-AB743979EA46}" dt="2024-05-31T20:17:42.975" v="1415"/>
          <ac:spMkLst>
            <pc:docMk/>
            <pc:sldMk cId="4111545096" sldId="308"/>
            <ac:spMk id="3" creationId="{8E22A00A-B539-95F0-F6CE-A63F4FA8573D}"/>
          </ac:spMkLst>
        </pc:spChg>
        <pc:spChg chg="del mod">
          <ac:chgData name="daniel bazan" userId="12ef92c0183a0afd" providerId="LiveId" clId="{16B1A657-FB00-4A6D-9C5B-AB743979EA46}" dt="2024-05-31T20:17:48.990" v="1417" actId="478"/>
          <ac:spMkLst>
            <pc:docMk/>
            <pc:sldMk cId="4111545096" sldId="308"/>
            <ac:spMk id="4" creationId="{70DE6C49-725F-C402-9372-3B607BE4F2C2}"/>
          </ac:spMkLst>
        </pc:spChg>
        <pc:spChg chg="add mod">
          <ac:chgData name="daniel bazan" userId="12ef92c0183a0afd" providerId="LiveId" clId="{16B1A657-FB00-4A6D-9C5B-AB743979EA46}" dt="2024-05-31T21:02:51.108" v="1650" actId="20577"/>
          <ac:spMkLst>
            <pc:docMk/>
            <pc:sldMk cId="4111545096" sldId="308"/>
            <ac:spMk id="5" creationId="{ED691AB3-29D0-7BE9-216C-A5D711A28812}"/>
          </ac:spMkLst>
        </pc:spChg>
        <pc:spChg chg="del mod">
          <ac:chgData name="daniel bazan" userId="12ef92c0183a0afd" providerId="LiveId" clId="{16B1A657-FB00-4A6D-9C5B-AB743979EA46}" dt="2024-05-31T20:16:30.816" v="1404"/>
          <ac:spMkLst>
            <pc:docMk/>
            <pc:sldMk cId="4111545096" sldId="308"/>
            <ac:spMk id="6" creationId="{7CFC26FC-094F-A122-ED90-A8A99800F138}"/>
          </ac:spMkLst>
        </pc:spChg>
        <pc:spChg chg="del">
          <ac:chgData name="daniel bazan" userId="12ef92c0183a0afd" providerId="LiveId" clId="{16B1A657-FB00-4A6D-9C5B-AB743979EA46}" dt="2024-05-31T20:16:23.638" v="1399" actId="478"/>
          <ac:spMkLst>
            <pc:docMk/>
            <pc:sldMk cId="4111545096" sldId="308"/>
            <ac:spMk id="18" creationId="{3B45C63B-9A36-08AD-03DB-21EB32DF39AC}"/>
          </ac:spMkLst>
        </pc:spChg>
        <pc:spChg chg="del">
          <ac:chgData name="daniel bazan" userId="12ef92c0183a0afd" providerId="LiveId" clId="{16B1A657-FB00-4A6D-9C5B-AB743979EA46}" dt="2024-05-31T20:16:22.224" v="1398" actId="478"/>
          <ac:spMkLst>
            <pc:docMk/>
            <pc:sldMk cId="4111545096" sldId="308"/>
            <ac:spMk id="22" creationId="{1F6FD19A-BF70-7543-BC2D-9EFEC7159927}"/>
          </ac:spMkLst>
        </pc:spChg>
        <pc:spChg chg="del mod">
          <ac:chgData name="daniel bazan" userId="12ef92c0183a0afd" providerId="LiveId" clId="{16B1A657-FB00-4A6D-9C5B-AB743979EA46}" dt="2024-05-31T20:16:20.306" v="1397" actId="478"/>
          <ac:spMkLst>
            <pc:docMk/>
            <pc:sldMk cId="4111545096" sldId="308"/>
            <ac:spMk id="23" creationId="{BE9AF1E9-1138-7616-602B-CF0F29265213}"/>
          </ac:spMkLst>
        </pc:spChg>
        <pc:picChg chg="add del mod">
          <ac:chgData name="daniel bazan" userId="12ef92c0183a0afd" providerId="LiveId" clId="{16B1A657-FB00-4A6D-9C5B-AB743979EA46}" dt="2024-05-31T20:16:24.430" v="1400" actId="478"/>
          <ac:picMkLst>
            <pc:docMk/>
            <pc:sldMk cId="4111545096" sldId="308"/>
            <ac:picMk id="2" creationId="{24B18356-8AF9-999B-66B7-5E6ED1015B1B}"/>
          </ac:picMkLst>
        </pc:picChg>
        <pc:picChg chg="add mod">
          <ac:chgData name="daniel bazan" userId="12ef92c0183a0afd" providerId="LiveId" clId="{16B1A657-FB00-4A6D-9C5B-AB743979EA46}" dt="2024-05-31T21:02:59.788" v="1652" actId="1076"/>
          <ac:picMkLst>
            <pc:docMk/>
            <pc:sldMk cId="4111545096" sldId="308"/>
            <ac:picMk id="7" creationId="{D821FD63-D070-441A-5A70-EAA286F9E59A}"/>
          </ac:picMkLst>
        </pc:picChg>
        <pc:picChg chg="del">
          <ac:chgData name="daniel bazan" userId="12ef92c0183a0afd" providerId="LiveId" clId="{16B1A657-FB00-4A6D-9C5B-AB743979EA46}" dt="2024-05-31T20:15:59.693" v="1389" actId="478"/>
          <ac:picMkLst>
            <pc:docMk/>
            <pc:sldMk cId="4111545096" sldId="308"/>
            <ac:picMk id="19" creationId="{7346CAC6-A829-EC80-7890-EE3F0CFC8E79}"/>
          </ac:picMkLst>
        </pc:picChg>
        <pc:picChg chg="del mod">
          <ac:chgData name="daniel bazan" userId="12ef92c0183a0afd" providerId="LiveId" clId="{16B1A657-FB00-4A6D-9C5B-AB743979EA46}" dt="2024-05-31T20:16:17.582" v="1394" actId="478"/>
          <ac:picMkLst>
            <pc:docMk/>
            <pc:sldMk cId="4111545096" sldId="308"/>
            <ac:picMk id="20" creationId="{D2E94B41-E06E-A279-3FF5-7C8368036A2E}"/>
          </ac:picMkLst>
        </pc:picChg>
        <pc:picChg chg="del">
          <ac:chgData name="daniel bazan" userId="12ef92c0183a0afd" providerId="LiveId" clId="{16B1A657-FB00-4A6D-9C5B-AB743979EA46}" dt="2024-05-31T20:16:18.765" v="1395" actId="478"/>
          <ac:picMkLst>
            <pc:docMk/>
            <pc:sldMk cId="4111545096" sldId="308"/>
            <ac:picMk id="21" creationId="{66B53B59-4D87-324D-1582-4353B032C803}"/>
          </ac:picMkLst>
        </pc:picChg>
      </pc:sldChg>
      <pc:sldChg chg="addSp delSp modSp add mod modAnim">
        <pc:chgData name="daniel bazan" userId="12ef92c0183a0afd" providerId="LiveId" clId="{16B1A657-FB00-4A6D-9C5B-AB743979EA46}" dt="2024-05-31T21:22:14.834" v="1789" actId="1076"/>
        <pc:sldMkLst>
          <pc:docMk/>
          <pc:sldMk cId="1377751153" sldId="309"/>
        </pc:sldMkLst>
        <pc:spChg chg="mod">
          <ac:chgData name="daniel bazan" userId="12ef92c0183a0afd" providerId="LiveId" clId="{16B1A657-FB00-4A6D-9C5B-AB743979EA46}" dt="2024-05-31T21:06:13.192" v="1658" actId="108"/>
          <ac:spMkLst>
            <pc:docMk/>
            <pc:sldMk cId="1377751153" sldId="309"/>
            <ac:spMk id="5" creationId="{ED691AB3-29D0-7BE9-216C-A5D711A28812}"/>
          </ac:spMkLst>
        </pc:spChg>
        <pc:spChg chg="add mod">
          <ac:chgData name="daniel bazan" userId="12ef92c0183a0afd" providerId="LiveId" clId="{16B1A657-FB00-4A6D-9C5B-AB743979EA46}" dt="2024-05-31T21:09:45.744" v="1663" actId="1076"/>
          <ac:spMkLst>
            <pc:docMk/>
            <pc:sldMk cId="1377751153" sldId="309"/>
            <ac:spMk id="10" creationId="{6AF7B421-FA23-9604-A647-6F0FB31792BB}"/>
          </ac:spMkLst>
        </pc:spChg>
        <pc:spChg chg="add mod">
          <ac:chgData name="daniel bazan" userId="12ef92c0183a0afd" providerId="LiveId" clId="{16B1A657-FB00-4A6D-9C5B-AB743979EA46}" dt="2024-05-31T21:17:29.106" v="1750" actId="403"/>
          <ac:spMkLst>
            <pc:docMk/>
            <pc:sldMk cId="1377751153" sldId="309"/>
            <ac:spMk id="19" creationId="{75DE67EF-C848-2AFB-08A0-1A1FB9BA335D}"/>
          </ac:spMkLst>
        </pc:spChg>
        <pc:spChg chg="add mod">
          <ac:chgData name="daniel bazan" userId="12ef92c0183a0afd" providerId="LiveId" clId="{16B1A657-FB00-4A6D-9C5B-AB743979EA46}" dt="2024-05-31T21:17:36.613" v="1751" actId="1076"/>
          <ac:spMkLst>
            <pc:docMk/>
            <pc:sldMk cId="1377751153" sldId="309"/>
            <ac:spMk id="21" creationId="{BF75D745-6188-F327-3D8D-D336B3C72C44}"/>
          </ac:spMkLst>
        </pc:spChg>
        <pc:spChg chg="add mod">
          <ac:chgData name="daniel bazan" userId="12ef92c0183a0afd" providerId="LiveId" clId="{16B1A657-FB00-4A6D-9C5B-AB743979EA46}" dt="2024-05-31T21:17:56.112" v="1754" actId="1076"/>
          <ac:spMkLst>
            <pc:docMk/>
            <pc:sldMk cId="1377751153" sldId="309"/>
            <ac:spMk id="23" creationId="{B25D24E8-D36A-7C92-3A23-4087B954CB88}"/>
          </ac:spMkLst>
        </pc:spChg>
        <pc:spChg chg="add mod">
          <ac:chgData name="daniel bazan" userId="12ef92c0183a0afd" providerId="LiveId" clId="{16B1A657-FB00-4A6D-9C5B-AB743979EA46}" dt="2024-05-31T21:18:06.012" v="1756" actId="123"/>
          <ac:spMkLst>
            <pc:docMk/>
            <pc:sldMk cId="1377751153" sldId="309"/>
            <ac:spMk id="25" creationId="{EEB7A0E6-B60D-6F8B-0365-2999CA8CBED4}"/>
          </ac:spMkLst>
        </pc:spChg>
        <pc:spChg chg="add mod">
          <ac:chgData name="daniel bazan" userId="12ef92c0183a0afd" providerId="LiveId" clId="{16B1A657-FB00-4A6D-9C5B-AB743979EA46}" dt="2024-05-31T21:22:11.414" v="1788" actId="20577"/>
          <ac:spMkLst>
            <pc:docMk/>
            <pc:sldMk cId="1377751153" sldId="309"/>
            <ac:spMk id="27" creationId="{B2B23EE5-CF24-1BAD-861B-6DF8B0610F31}"/>
          </ac:spMkLst>
        </pc:spChg>
        <pc:grpChg chg="add mod">
          <ac:chgData name="daniel bazan" userId="12ef92c0183a0afd" providerId="LiveId" clId="{16B1A657-FB00-4A6D-9C5B-AB743979EA46}" dt="2024-05-31T21:17:39.389" v="1752" actId="1076"/>
          <ac:grpSpMkLst>
            <pc:docMk/>
            <pc:sldMk cId="1377751153" sldId="309"/>
            <ac:grpSpMk id="15" creationId="{36329CC2-BF96-9CF3-1E1D-0306D6932168}"/>
          </ac:grpSpMkLst>
        </pc:grpChg>
        <pc:graphicFrameChg chg="add del mod">
          <ac:chgData name="daniel bazan" userId="12ef92c0183a0afd" providerId="LiveId" clId="{16B1A657-FB00-4A6D-9C5B-AB743979EA46}" dt="2024-05-31T20:35:26.597" v="1475" actId="478"/>
          <ac:graphicFrameMkLst>
            <pc:docMk/>
            <pc:sldMk cId="1377751153" sldId="309"/>
            <ac:graphicFrameMk id="2" creationId="{4834E05C-E67E-F0B6-7A8E-3AC76E73B9A3}"/>
          </ac:graphicFrameMkLst>
        </pc:graphicFrameChg>
        <pc:graphicFrameChg chg="add del mod">
          <ac:chgData name="daniel bazan" userId="12ef92c0183a0afd" providerId="LiveId" clId="{16B1A657-FB00-4A6D-9C5B-AB743979EA46}" dt="2024-05-31T20:51:04.582" v="1534" actId="478"/>
          <ac:graphicFrameMkLst>
            <pc:docMk/>
            <pc:sldMk cId="1377751153" sldId="309"/>
            <ac:graphicFrameMk id="8" creationId="{90A96F4C-45DA-3BF6-0B5E-B200CE5FD7EB}"/>
          </ac:graphicFrameMkLst>
        </pc:graphicFrameChg>
        <pc:picChg chg="del mod">
          <ac:chgData name="daniel bazan" userId="12ef92c0183a0afd" providerId="LiveId" clId="{16B1A657-FB00-4A6D-9C5B-AB743979EA46}" dt="2024-05-31T20:37:14.551" v="1486" actId="478"/>
          <ac:picMkLst>
            <pc:docMk/>
            <pc:sldMk cId="1377751153" sldId="309"/>
            <ac:picMk id="7" creationId="{D821FD63-D070-441A-5A70-EAA286F9E59A}"/>
          </ac:picMkLst>
        </pc:picChg>
        <pc:picChg chg="add mod ord modCrop">
          <ac:chgData name="daniel bazan" userId="12ef92c0183a0afd" providerId="LiveId" clId="{16B1A657-FB00-4A6D-9C5B-AB743979EA46}" dt="2024-05-31T21:12:35.296" v="1689" actId="164"/>
          <ac:picMkLst>
            <pc:docMk/>
            <pc:sldMk cId="1377751153" sldId="309"/>
            <ac:picMk id="12" creationId="{BF0D3F72-1212-2A90-06A6-3101BEB2FDCD}"/>
          </ac:picMkLst>
        </pc:picChg>
        <pc:picChg chg="add mod modCrop">
          <ac:chgData name="daniel bazan" userId="12ef92c0183a0afd" providerId="LiveId" clId="{16B1A657-FB00-4A6D-9C5B-AB743979EA46}" dt="2024-05-31T21:12:35.296" v="1689" actId="164"/>
          <ac:picMkLst>
            <pc:docMk/>
            <pc:sldMk cId="1377751153" sldId="309"/>
            <ac:picMk id="14" creationId="{BEBA7C4A-D93F-4C65-0670-19BFE8D91095}"/>
          </ac:picMkLst>
        </pc:picChg>
        <pc:picChg chg="add mod">
          <ac:chgData name="daniel bazan" userId="12ef92c0183a0afd" providerId="LiveId" clId="{16B1A657-FB00-4A6D-9C5B-AB743979EA46}" dt="2024-05-31T21:22:14.834" v="1789" actId="1076"/>
          <ac:picMkLst>
            <pc:docMk/>
            <pc:sldMk cId="1377751153" sldId="309"/>
            <ac:picMk id="17" creationId="{533B4E79-58E5-D841-9907-EC25D4AF7D1B}"/>
          </ac:picMkLst>
        </pc:picChg>
      </pc:sldChg>
      <pc:sldChg chg="add del ord">
        <pc:chgData name="daniel bazan" userId="12ef92c0183a0afd" providerId="LiveId" clId="{16B1A657-FB00-4A6D-9C5B-AB743979EA46}" dt="2024-05-31T20:50:40.250" v="1532" actId="2890"/>
        <pc:sldMkLst>
          <pc:docMk/>
          <pc:sldMk cId="916738498" sldId="310"/>
        </pc:sldMkLst>
      </pc:sldChg>
      <pc:sldChg chg="addSp delSp modSp add mod delAnim">
        <pc:chgData name="daniel bazan" userId="12ef92c0183a0afd" providerId="LiveId" clId="{16B1A657-FB00-4A6D-9C5B-AB743979EA46}" dt="2024-05-31T21:30:44.399" v="1884" actId="1076"/>
        <pc:sldMkLst>
          <pc:docMk/>
          <pc:sldMk cId="2709405493" sldId="310"/>
        </pc:sldMkLst>
        <pc:spChg chg="add mod">
          <ac:chgData name="daniel bazan" userId="12ef92c0183a0afd" providerId="LiveId" clId="{16B1A657-FB00-4A6D-9C5B-AB743979EA46}" dt="2024-05-31T21:30:44.399" v="1884" actId="1076"/>
          <ac:spMkLst>
            <pc:docMk/>
            <pc:sldMk cId="2709405493" sldId="310"/>
            <ac:spMk id="4" creationId="{195D5176-247A-9F5E-BBF0-9507D749A10C}"/>
          </ac:spMkLst>
        </pc:spChg>
        <pc:spChg chg="del">
          <ac:chgData name="daniel bazan" userId="12ef92c0183a0afd" providerId="LiveId" clId="{16B1A657-FB00-4A6D-9C5B-AB743979EA46}" dt="2024-05-31T21:24:38.911" v="1816" actId="478"/>
          <ac:spMkLst>
            <pc:docMk/>
            <pc:sldMk cId="2709405493" sldId="310"/>
            <ac:spMk id="10" creationId="{6AF7B421-FA23-9604-A647-6F0FB31792BB}"/>
          </ac:spMkLst>
        </pc:spChg>
        <pc:spChg chg="mod">
          <ac:chgData name="daniel bazan" userId="12ef92c0183a0afd" providerId="LiveId" clId="{16B1A657-FB00-4A6D-9C5B-AB743979EA46}" dt="2024-05-31T21:30:25.641" v="1882" actId="1076"/>
          <ac:spMkLst>
            <pc:docMk/>
            <pc:sldMk cId="2709405493" sldId="310"/>
            <ac:spMk id="19" creationId="{75DE67EF-C848-2AFB-08A0-1A1FB9BA335D}"/>
          </ac:spMkLst>
        </pc:spChg>
        <pc:spChg chg="del">
          <ac:chgData name="daniel bazan" userId="12ef92c0183a0afd" providerId="LiveId" clId="{16B1A657-FB00-4A6D-9C5B-AB743979EA46}" dt="2024-05-31T21:22:46.199" v="1791" actId="478"/>
          <ac:spMkLst>
            <pc:docMk/>
            <pc:sldMk cId="2709405493" sldId="310"/>
            <ac:spMk id="21" creationId="{BF75D745-6188-F327-3D8D-D336B3C72C44}"/>
          </ac:spMkLst>
        </pc:spChg>
        <pc:spChg chg="del">
          <ac:chgData name="daniel bazan" userId="12ef92c0183a0afd" providerId="LiveId" clId="{16B1A657-FB00-4A6D-9C5B-AB743979EA46}" dt="2024-05-31T21:22:50.730" v="1792" actId="478"/>
          <ac:spMkLst>
            <pc:docMk/>
            <pc:sldMk cId="2709405493" sldId="310"/>
            <ac:spMk id="23" creationId="{B25D24E8-D36A-7C92-3A23-4087B954CB88}"/>
          </ac:spMkLst>
        </pc:spChg>
        <pc:spChg chg="del">
          <ac:chgData name="daniel bazan" userId="12ef92c0183a0afd" providerId="LiveId" clId="{16B1A657-FB00-4A6D-9C5B-AB743979EA46}" dt="2024-05-31T21:22:53.480" v="1793" actId="478"/>
          <ac:spMkLst>
            <pc:docMk/>
            <pc:sldMk cId="2709405493" sldId="310"/>
            <ac:spMk id="25" creationId="{EEB7A0E6-B60D-6F8B-0365-2999CA8CBED4}"/>
          </ac:spMkLst>
        </pc:spChg>
        <pc:spChg chg="del">
          <ac:chgData name="daniel bazan" userId="12ef92c0183a0afd" providerId="LiveId" clId="{16B1A657-FB00-4A6D-9C5B-AB743979EA46}" dt="2024-05-31T21:23:21.575" v="1796" actId="478"/>
          <ac:spMkLst>
            <pc:docMk/>
            <pc:sldMk cId="2709405493" sldId="310"/>
            <ac:spMk id="27" creationId="{B2B23EE5-CF24-1BAD-861B-6DF8B0610F31}"/>
          </ac:spMkLst>
        </pc:spChg>
        <pc:grpChg chg="mod">
          <ac:chgData name="daniel bazan" userId="12ef92c0183a0afd" providerId="LiveId" clId="{16B1A657-FB00-4A6D-9C5B-AB743979EA46}" dt="2024-05-31T21:24:45.481" v="1818" actId="1076"/>
          <ac:grpSpMkLst>
            <pc:docMk/>
            <pc:sldMk cId="2709405493" sldId="310"/>
            <ac:grpSpMk id="15" creationId="{36329CC2-BF96-9CF3-1E1D-0306D6932168}"/>
          </ac:grpSpMkLst>
        </pc:grpChg>
        <pc:picChg chg="mod">
          <ac:chgData name="daniel bazan" userId="12ef92c0183a0afd" providerId="LiveId" clId="{16B1A657-FB00-4A6D-9C5B-AB743979EA46}" dt="2024-05-31T21:27:59.918" v="1878" actId="1076"/>
          <ac:picMkLst>
            <pc:docMk/>
            <pc:sldMk cId="2709405493" sldId="310"/>
            <ac:picMk id="17" creationId="{533B4E79-58E5-D841-9907-EC25D4AF7D1B}"/>
          </ac:picMkLst>
        </pc:picChg>
      </pc:sldChg>
      <pc:sldChg chg="delSp modSp add mod delAnim">
        <pc:chgData name="daniel bazan" userId="12ef92c0183a0afd" providerId="LiveId" clId="{16B1A657-FB00-4A6D-9C5B-AB743979EA46}" dt="2024-05-31T21:32:50.744" v="1888" actId="6549"/>
        <pc:sldMkLst>
          <pc:docMk/>
          <pc:sldMk cId="1330506374" sldId="311"/>
        </pc:sldMkLst>
        <pc:spChg chg="mod">
          <ac:chgData name="daniel bazan" userId="12ef92c0183a0afd" providerId="LiveId" clId="{16B1A657-FB00-4A6D-9C5B-AB743979EA46}" dt="2024-05-31T21:32:50.744" v="1888" actId="6549"/>
          <ac:spMkLst>
            <pc:docMk/>
            <pc:sldMk cId="1330506374" sldId="311"/>
            <ac:spMk id="4" creationId="{195D5176-247A-9F5E-BBF0-9507D749A10C}"/>
          </ac:spMkLst>
        </pc:spChg>
        <pc:picChg chg="del">
          <ac:chgData name="daniel bazan" userId="12ef92c0183a0afd" providerId="LiveId" clId="{16B1A657-FB00-4A6D-9C5B-AB743979EA46}" dt="2024-05-31T21:31:30.072" v="1886" actId="478"/>
          <ac:picMkLst>
            <pc:docMk/>
            <pc:sldMk cId="1330506374" sldId="311"/>
            <ac:picMk id="17" creationId="{533B4E79-58E5-D841-9907-EC25D4AF7D1B}"/>
          </ac:picMkLst>
        </pc:picChg>
      </pc:sldChg>
      <pc:sldChg chg="addSp delSp modSp add del mod">
        <pc:chgData name="daniel bazan" userId="12ef92c0183a0afd" providerId="LiveId" clId="{16B1A657-FB00-4A6D-9C5B-AB743979EA46}" dt="2024-05-31T23:16:05.851" v="1906" actId="47"/>
        <pc:sldMkLst>
          <pc:docMk/>
          <pc:sldMk cId="876610574" sldId="312"/>
        </pc:sldMkLst>
        <pc:spChg chg="del mod">
          <ac:chgData name="daniel bazan" userId="12ef92c0183a0afd" providerId="LiveId" clId="{16B1A657-FB00-4A6D-9C5B-AB743979EA46}" dt="2024-05-31T23:05:25.225" v="1894" actId="478"/>
          <ac:spMkLst>
            <pc:docMk/>
            <pc:sldMk cId="876610574" sldId="312"/>
            <ac:spMk id="4" creationId="{195D5176-247A-9F5E-BBF0-9507D749A10C}"/>
          </ac:spMkLst>
        </pc:spChg>
        <pc:spChg chg="mod">
          <ac:chgData name="daniel bazan" userId="12ef92c0183a0afd" providerId="LiveId" clId="{16B1A657-FB00-4A6D-9C5B-AB743979EA46}" dt="2024-05-31T23:05:04.015" v="1891"/>
          <ac:spMkLst>
            <pc:docMk/>
            <pc:sldMk cId="876610574" sldId="312"/>
            <ac:spMk id="5" creationId="{ED691AB3-29D0-7BE9-216C-A5D711A28812}"/>
          </ac:spMkLst>
        </pc:spChg>
        <pc:spChg chg="add del mod">
          <ac:chgData name="daniel bazan" userId="12ef92c0183a0afd" providerId="LiveId" clId="{16B1A657-FB00-4A6D-9C5B-AB743979EA46}" dt="2024-05-31T23:15:26.609" v="1903" actId="478"/>
          <ac:spMkLst>
            <pc:docMk/>
            <pc:sldMk cId="876610574" sldId="312"/>
            <ac:spMk id="6" creationId="{9C745B68-6A54-DEE5-0A65-FB5EE60242BD}"/>
          </ac:spMkLst>
        </pc:spChg>
        <pc:spChg chg="del">
          <ac:chgData name="daniel bazan" userId="12ef92c0183a0afd" providerId="LiveId" clId="{16B1A657-FB00-4A6D-9C5B-AB743979EA46}" dt="2024-05-31T23:06:01.225" v="1900" actId="478"/>
          <ac:spMkLst>
            <pc:docMk/>
            <pc:sldMk cId="876610574" sldId="312"/>
            <ac:spMk id="19" creationId="{75DE67EF-C848-2AFB-08A0-1A1FB9BA335D}"/>
          </ac:spMkLst>
        </pc:spChg>
        <pc:grpChg chg="del">
          <ac:chgData name="daniel bazan" userId="12ef92c0183a0afd" providerId="LiveId" clId="{16B1A657-FB00-4A6D-9C5B-AB743979EA46}" dt="2024-05-31T23:05:19.521" v="1892" actId="478"/>
          <ac:grpSpMkLst>
            <pc:docMk/>
            <pc:sldMk cId="876610574" sldId="312"/>
            <ac:grpSpMk id="15" creationId="{36329CC2-BF96-9CF3-1E1D-0306D6932168}"/>
          </ac:grpSpMkLst>
        </pc:grpChg>
        <pc:picChg chg="add mod">
          <ac:chgData name="daniel bazan" userId="12ef92c0183a0afd" providerId="LiveId" clId="{16B1A657-FB00-4A6D-9C5B-AB743979EA46}" dt="2024-05-31T23:15:31.296" v="1905" actId="1076"/>
          <ac:picMkLst>
            <pc:docMk/>
            <pc:sldMk cId="876610574" sldId="312"/>
            <ac:picMk id="8" creationId="{410C4028-5276-F043-556B-3219FAE0E63F}"/>
          </ac:picMkLst>
        </pc:picChg>
      </pc:sldChg>
      <pc:sldChg chg="modSp new del mod">
        <pc:chgData name="daniel bazan" userId="12ef92c0183a0afd" providerId="LiveId" clId="{16B1A657-FB00-4A6D-9C5B-AB743979EA46}" dt="2024-06-02T21:41:00.999" v="3717" actId="47"/>
        <pc:sldMkLst>
          <pc:docMk/>
          <pc:sldMk cId="1296830230" sldId="312"/>
        </pc:sldMkLst>
        <pc:spChg chg="mod">
          <ac:chgData name="daniel bazan" userId="12ef92c0183a0afd" providerId="LiveId" clId="{16B1A657-FB00-4A6D-9C5B-AB743979EA46}" dt="2024-06-01T21:53:33.348" v="1940" actId="27636"/>
          <ac:spMkLst>
            <pc:docMk/>
            <pc:sldMk cId="1296830230" sldId="312"/>
            <ac:spMk id="2" creationId="{20A3F604-9AC3-A9D5-8FFD-F011578F902E}"/>
          </ac:spMkLst>
        </pc:spChg>
        <pc:spChg chg="mod">
          <ac:chgData name="daniel bazan" userId="12ef92c0183a0afd" providerId="LiveId" clId="{16B1A657-FB00-4A6D-9C5B-AB743979EA46}" dt="2024-06-01T00:19:00.882" v="1938"/>
          <ac:spMkLst>
            <pc:docMk/>
            <pc:sldMk cId="1296830230" sldId="312"/>
            <ac:spMk id="3" creationId="{32A5F08A-80F2-32AF-0D8F-9F1DB7AB27D6}"/>
          </ac:spMkLst>
        </pc:spChg>
      </pc:sldChg>
      <pc:sldChg chg="addSp delSp modSp add mod">
        <pc:chgData name="daniel bazan" userId="12ef92c0183a0afd" providerId="LiveId" clId="{16B1A657-FB00-4A6D-9C5B-AB743979EA46}" dt="2024-06-02T02:25:28.890" v="2375" actId="1076"/>
        <pc:sldMkLst>
          <pc:docMk/>
          <pc:sldMk cId="2595835871" sldId="313"/>
        </pc:sldMkLst>
        <pc:spChg chg="mod">
          <ac:chgData name="daniel bazan" userId="12ef92c0183a0afd" providerId="LiveId" clId="{16B1A657-FB00-4A6D-9C5B-AB743979EA46}" dt="2024-06-02T02:16:14.958" v="2288" actId="1076"/>
          <ac:spMkLst>
            <pc:docMk/>
            <pc:sldMk cId="2595835871" sldId="313"/>
            <ac:spMk id="4" creationId="{195D5176-247A-9F5E-BBF0-9507D749A10C}"/>
          </ac:spMkLst>
        </pc:spChg>
        <pc:spChg chg="mod">
          <ac:chgData name="daniel bazan" userId="12ef92c0183a0afd" providerId="LiveId" clId="{16B1A657-FB00-4A6D-9C5B-AB743979EA46}" dt="2024-06-01T21:54:14.164" v="1953" actId="20577"/>
          <ac:spMkLst>
            <pc:docMk/>
            <pc:sldMk cId="2595835871" sldId="313"/>
            <ac:spMk id="5" creationId="{ED691AB3-29D0-7BE9-216C-A5D711A28812}"/>
          </ac:spMkLst>
        </pc:spChg>
        <pc:spChg chg="add mod ord">
          <ac:chgData name="daniel bazan" userId="12ef92c0183a0afd" providerId="LiveId" clId="{16B1A657-FB00-4A6D-9C5B-AB743979EA46}" dt="2024-06-02T02:17:27.902" v="2302" actId="1076"/>
          <ac:spMkLst>
            <pc:docMk/>
            <pc:sldMk cId="2595835871" sldId="313"/>
            <ac:spMk id="6" creationId="{924D7F93-BD6D-F382-9D6C-69C969C0F496}"/>
          </ac:spMkLst>
        </pc:spChg>
        <pc:spChg chg="add mod">
          <ac:chgData name="daniel bazan" userId="12ef92c0183a0afd" providerId="LiveId" clId="{16B1A657-FB00-4A6D-9C5B-AB743979EA46}" dt="2024-06-02T02:17:36.282" v="2304" actId="1076"/>
          <ac:spMkLst>
            <pc:docMk/>
            <pc:sldMk cId="2595835871" sldId="313"/>
            <ac:spMk id="8" creationId="{9BD8D193-2D82-EDAC-A516-B6F5EE5B0BBC}"/>
          </ac:spMkLst>
        </pc:spChg>
        <pc:spChg chg="add mod">
          <ac:chgData name="daniel bazan" userId="12ef92c0183a0afd" providerId="LiveId" clId="{16B1A657-FB00-4A6D-9C5B-AB743979EA46}" dt="2024-06-02T02:18:06.211" v="2309" actId="13822"/>
          <ac:spMkLst>
            <pc:docMk/>
            <pc:sldMk cId="2595835871" sldId="313"/>
            <ac:spMk id="9" creationId="{E84CBBA9-E350-5A31-A182-6FCB938A9AFE}"/>
          </ac:spMkLst>
        </pc:spChg>
        <pc:spChg chg="del">
          <ac:chgData name="daniel bazan" userId="12ef92c0183a0afd" providerId="LiveId" clId="{16B1A657-FB00-4A6D-9C5B-AB743979EA46}" dt="2024-06-01T21:54:26.404" v="1954" actId="478"/>
          <ac:spMkLst>
            <pc:docMk/>
            <pc:sldMk cId="2595835871" sldId="313"/>
            <ac:spMk id="19" creationId="{75DE67EF-C848-2AFB-08A0-1A1FB9BA335D}"/>
          </ac:spMkLst>
        </pc:spChg>
        <pc:spChg chg="add mod">
          <ac:chgData name="daniel bazan" userId="12ef92c0183a0afd" providerId="LiveId" clId="{16B1A657-FB00-4A6D-9C5B-AB743979EA46}" dt="2024-06-02T02:25:24.207" v="2374" actId="1076"/>
          <ac:spMkLst>
            <pc:docMk/>
            <pc:sldMk cId="2595835871" sldId="313"/>
            <ac:spMk id="21" creationId="{56CAED76-49B8-7BC0-99A5-217486E303F8}"/>
          </ac:spMkLst>
        </pc:spChg>
        <pc:spChg chg="add mod">
          <ac:chgData name="daniel bazan" userId="12ef92c0183a0afd" providerId="LiveId" clId="{16B1A657-FB00-4A6D-9C5B-AB743979EA46}" dt="2024-06-02T02:25:28.890" v="2375" actId="1076"/>
          <ac:spMkLst>
            <pc:docMk/>
            <pc:sldMk cId="2595835871" sldId="313"/>
            <ac:spMk id="22" creationId="{504029CC-5AE4-4B31-8FC3-CD553B8F3CBB}"/>
          </ac:spMkLst>
        </pc:spChg>
        <pc:spChg chg="add mod">
          <ac:chgData name="daniel bazan" userId="12ef92c0183a0afd" providerId="LiveId" clId="{16B1A657-FB00-4A6D-9C5B-AB743979EA46}" dt="2024-06-02T02:25:06.346" v="2372" actId="1076"/>
          <ac:spMkLst>
            <pc:docMk/>
            <pc:sldMk cId="2595835871" sldId="313"/>
            <ac:spMk id="23" creationId="{32CF9582-2E0B-440E-E340-D9A51FB14DDA}"/>
          </ac:spMkLst>
        </pc:spChg>
        <pc:grpChg chg="del">
          <ac:chgData name="daniel bazan" userId="12ef92c0183a0afd" providerId="LiveId" clId="{16B1A657-FB00-4A6D-9C5B-AB743979EA46}" dt="2024-06-01T21:54:28.612" v="1955" actId="478"/>
          <ac:grpSpMkLst>
            <pc:docMk/>
            <pc:sldMk cId="2595835871" sldId="313"/>
            <ac:grpSpMk id="15" creationId="{36329CC2-BF96-9CF3-1E1D-0306D6932168}"/>
          </ac:grpSpMkLst>
        </pc:grpChg>
        <pc:picChg chg="add del mod">
          <ac:chgData name="daniel bazan" userId="12ef92c0183a0afd" providerId="LiveId" clId="{16B1A657-FB00-4A6D-9C5B-AB743979EA46}" dt="2024-06-01T22:19:08.570" v="2110" actId="478"/>
          <ac:picMkLst>
            <pc:docMk/>
            <pc:sldMk cId="2595835871" sldId="313"/>
            <ac:picMk id="11" creationId="{3B4DB1CA-0B05-A9A7-552D-5078204EF7E4}"/>
          </ac:picMkLst>
        </pc:picChg>
        <pc:picChg chg="add del">
          <ac:chgData name="daniel bazan" userId="12ef92c0183a0afd" providerId="LiveId" clId="{16B1A657-FB00-4A6D-9C5B-AB743979EA46}" dt="2024-06-01T22:23:56.914" v="2116" actId="478"/>
          <ac:picMkLst>
            <pc:docMk/>
            <pc:sldMk cId="2595835871" sldId="313"/>
            <ac:picMk id="13" creationId="{18002DBE-8C5B-8716-405F-6858DE6B47BB}"/>
          </ac:picMkLst>
        </pc:picChg>
        <pc:picChg chg="add del">
          <ac:chgData name="daniel bazan" userId="12ef92c0183a0afd" providerId="LiveId" clId="{16B1A657-FB00-4A6D-9C5B-AB743979EA46}" dt="2024-06-01T22:24:48.929" v="2118" actId="478"/>
          <ac:picMkLst>
            <pc:docMk/>
            <pc:sldMk cId="2595835871" sldId="313"/>
            <ac:picMk id="16" creationId="{D793C5F3-6164-D38B-C569-C0461825A51E}"/>
          </ac:picMkLst>
        </pc:picChg>
        <pc:picChg chg="add mod">
          <ac:chgData name="daniel bazan" userId="12ef92c0183a0afd" providerId="LiveId" clId="{16B1A657-FB00-4A6D-9C5B-AB743979EA46}" dt="2024-06-02T02:17:30.693" v="2303" actId="1076"/>
          <ac:picMkLst>
            <pc:docMk/>
            <pc:sldMk cId="2595835871" sldId="313"/>
            <ac:picMk id="18" creationId="{8B967743-589F-2369-6FF0-8DD4BE3FB9EC}"/>
          </ac:picMkLst>
        </pc:picChg>
        <pc:picChg chg="add mod">
          <ac:chgData name="daniel bazan" userId="12ef92c0183a0afd" providerId="LiveId" clId="{16B1A657-FB00-4A6D-9C5B-AB743979EA46}" dt="2024-06-02T02:14:49.546" v="2250" actId="14100"/>
          <ac:picMkLst>
            <pc:docMk/>
            <pc:sldMk cId="2595835871" sldId="313"/>
            <ac:picMk id="20" creationId="{76541F75-C9E6-5652-3F3C-B8D2D613746E}"/>
          </ac:picMkLst>
        </pc:picChg>
      </pc:sldChg>
      <pc:sldChg chg="addSp delSp modSp add mod ord modAnim">
        <pc:chgData name="daniel bazan" userId="12ef92c0183a0afd" providerId="LiveId" clId="{16B1A657-FB00-4A6D-9C5B-AB743979EA46}" dt="2024-06-02T21:30:42.223" v="3716"/>
        <pc:sldMkLst>
          <pc:docMk/>
          <pc:sldMk cId="3133676036" sldId="314"/>
        </pc:sldMkLst>
        <pc:spChg chg="mod">
          <ac:chgData name="daniel bazan" userId="12ef92c0183a0afd" providerId="LiveId" clId="{16B1A657-FB00-4A6D-9C5B-AB743979EA46}" dt="2024-06-02T17:44:31.324" v="2816" actId="404"/>
          <ac:spMkLst>
            <pc:docMk/>
            <pc:sldMk cId="3133676036" sldId="314"/>
            <ac:spMk id="3" creationId="{8E22A00A-B539-95F0-F6CE-A63F4FA8573D}"/>
          </ac:spMkLst>
        </pc:spChg>
        <pc:spChg chg="del mod">
          <ac:chgData name="daniel bazan" userId="12ef92c0183a0afd" providerId="LiveId" clId="{16B1A657-FB00-4A6D-9C5B-AB743979EA46}" dt="2024-06-02T17:30:17.950" v="2492"/>
          <ac:spMkLst>
            <pc:docMk/>
            <pc:sldMk cId="3133676036" sldId="314"/>
            <ac:spMk id="4" creationId="{195D5176-247A-9F5E-BBF0-9507D749A10C}"/>
          </ac:spMkLst>
        </pc:spChg>
        <pc:spChg chg="del mod">
          <ac:chgData name="daniel bazan" userId="12ef92c0183a0afd" providerId="LiveId" clId="{16B1A657-FB00-4A6D-9C5B-AB743979EA46}" dt="2024-06-02T17:44:35.091" v="2817" actId="478"/>
          <ac:spMkLst>
            <pc:docMk/>
            <pc:sldMk cId="3133676036" sldId="314"/>
            <ac:spMk id="5" creationId="{ED691AB3-29D0-7BE9-216C-A5D711A28812}"/>
          </ac:spMkLst>
        </pc:spChg>
        <pc:spChg chg="add del mod">
          <ac:chgData name="daniel bazan" userId="12ef92c0183a0afd" providerId="LiveId" clId="{16B1A657-FB00-4A6D-9C5B-AB743979EA46}" dt="2024-06-02T17:30:17.950" v="2490" actId="478"/>
          <ac:spMkLst>
            <pc:docMk/>
            <pc:sldMk cId="3133676036" sldId="314"/>
            <ac:spMk id="6" creationId="{39859BC5-F311-BCDE-0691-963EE3168E98}"/>
          </ac:spMkLst>
        </pc:spChg>
        <pc:spChg chg="add del mod">
          <ac:chgData name="daniel bazan" userId="12ef92c0183a0afd" providerId="LiveId" clId="{16B1A657-FB00-4A6D-9C5B-AB743979EA46}" dt="2024-06-02T17:36:45.950" v="2613" actId="22"/>
          <ac:spMkLst>
            <pc:docMk/>
            <pc:sldMk cId="3133676036" sldId="314"/>
            <ac:spMk id="9" creationId="{BA463E14-4A8A-487F-786B-C48D2B630ACE}"/>
          </ac:spMkLst>
        </pc:spChg>
        <pc:spChg chg="add mod">
          <ac:chgData name="daniel bazan" userId="12ef92c0183a0afd" providerId="LiveId" clId="{16B1A657-FB00-4A6D-9C5B-AB743979EA46}" dt="2024-06-02T18:17:29.724" v="3091" actId="14100"/>
          <ac:spMkLst>
            <pc:docMk/>
            <pc:sldMk cId="3133676036" sldId="314"/>
            <ac:spMk id="11" creationId="{D67C886C-0794-783E-CD94-8F290FEA7988}"/>
          </ac:spMkLst>
        </pc:spChg>
        <pc:spChg chg="add del">
          <ac:chgData name="daniel bazan" userId="12ef92c0183a0afd" providerId="LiveId" clId="{16B1A657-FB00-4A6D-9C5B-AB743979EA46}" dt="2024-06-02T17:37:28.954" v="2623" actId="22"/>
          <ac:spMkLst>
            <pc:docMk/>
            <pc:sldMk cId="3133676036" sldId="314"/>
            <ac:spMk id="16" creationId="{04172B40-3BF9-0EF4-0E19-EA526775A3ED}"/>
          </ac:spMkLst>
        </pc:spChg>
        <pc:spChg chg="del">
          <ac:chgData name="daniel bazan" userId="12ef92c0183a0afd" providerId="LiveId" clId="{16B1A657-FB00-4A6D-9C5B-AB743979EA46}" dt="2024-06-01T23:10:38.662" v="2163" actId="478"/>
          <ac:spMkLst>
            <pc:docMk/>
            <pc:sldMk cId="3133676036" sldId="314"/>
            <ac:spMk id="19" creationId="{75DE67EF-C848-2AFB-08A0-1A1FB9BA335D}"/>
          </ac:spMkLst>
        </pc:spChg>
        <pc:spChg chg="add mod">
          <ac:chgData name="daniel bazan" userId="12ef92c0183a0afd" providerId="LiveId" clId="{16B1A657-FB00-4A6D-9C5B-AB743979EA46}" dt="2024-06-02T17:44:40.436" v="2818" actId="1076"/>
          <ac:spMkLst>
            <pc:docMk/>
            <pc:sldMk cId="3133676036" sldId="314"/>
            <ac:spMk id="21" creationId="{72C798A7-DA85-4646-B3E0-660FCFE733D7}"/>
          </ac:spMkLst>
        </pc:spChg>
        <pc:spChg chg="add mod">
          <ac:chgData name="daniel bazan" userId="12ef92c0183a0afd" providerId="LiveId" clId="{16B1A657-FB00-4A6D-9C5B-AB743979EA46}" dt="2024-06-02T18:17:08.754" v="3087" actId="1076"/>
          <ac:spMkLst>
            <pc:docMk/>
            <pc:sldMk cId="3133676036" sldId="314"/>
            <ac:spMk id="23" creationId="{27BF0621-41BF-20E2-3263-C1B2C5FB4EE3}"/>
          </ac:spMkLst>
        </pc:spChg>
        <pc:spChg chg="add mod">
          <ac:chgData name="daniel bazan" userId="12ef92c0183a0afd" providerId="LiveId" clId="{16B1A657-FB00-4A6D-9C5B-AB743979EA46}" dt="2024-06-02T18:04:07.086" v="2986" actId="1035"/>
          <ac:spMkLst>
            <pc:docMk/>
            <pc:sldMk cId="3133676036" sldId="314"/>
            <ac:spMk id="25" creationId="{48BF83B2-0051-3829-DF4F-55A71B42A52D}"/>
          </ac:spMkLst>
        </pc:spChg>
        <pc:spChg chg="add del mod">
          <ac:chgData name="daniel bazan" userId="12ef92c0183a0afd" providerId="LiveId" clId="{16B1A657-FB00-4A6D-9C5B-AB743979EA46}" dt="2024-06-02T18:49:39.714" v="3464" actId="478"/>
          <ac:spMkLst>
            <pc:docMk/>
            <pc:sldMk cId="3133676036" sldId="314"/>
            <ac:spMk id="27" creationId="{C717A5DE-C9DE-F5D9-4C42-861EA5F10F54}"/>
          </ac:spMkLst>
        </pc:spChg>
        <pc:spChg chg="add mod">
          <ac:chgData name="daniel bazan" userId="12ef92c0183a0afd" providerId="LiveId" clId="{16B1A657-FB00-4A6D-9C5B-AB743979EA46}" dt="2024-06-02T21:12:03.118" v="3584" actId="1076"/>
          <ac:spMkLst>
            <pc:docMk/>
            <pc:sldMk cId="3133676036" sldId="314"/>
            <ac:spMk id="29" creationId="{E568F551-1EE5-1C13-3032-EF328A7470F3}"/>
          </ac:spMkLst>
        </pc:spChg>
        <pc:spChg chg="add mod">
          <ac:chgData name="daniel bazan" userId="12ef92c0183a0afd" providerId="LiveId" clId="{16B1A657-FB00-4A6D-9C5B-AB743979EA46}" dt="2024-06-02T21:12:58.120" v="3592" actId="1076"/>
          <ac:spMkLst>
            <pc:docMk/>
            <pc:sldMk cId="3133676036" sldId="314"/>
            <ac:spMk id="31" creationId="{0E37D746-FA8F-E3FC-B900-721675EC46AF}"/>
          </ac:spMkLst>
        </pc:spChg>
        <pc:spChg chg="add del mod">
          <ac:chgData name="daniel bazan" userId="12ef92c0183a0afd" providerId="LiveId" clId="{16B1A657-FB00-4A6D-9C5B-AB743979EA46}" dt="2024-06-02T18:49:32.967" v="3462" actId="478"/>
          <ac:spMkLst>
            <pc:docMk/>
            <pc:sldMk cId="3133676036" sldId="314"/>
            <ac:spMk id="33" creationId="{FD3EAE17-5FAA-A1AA-55C4-06DB530A8BC4}"/>
          </ac:spMkLst>
        </pc:spChg>
        <pc:spChg chg="add del mod">
          <ac:chgData name="daniel bazan" userId="12ef92c0183a0afd" providerId="LiveId" clId="{16B1A657-FB00-4A6D-9C5B-AB743979EA46}" dt="2024-06-02T18:49:43.465" v="3466" actId="478"/>
          <ac:spMkLst>
            <pc:docMk/>
            <pc:sldMk cId="3133676036" sldId="314"/>
            <ac:spMk id="35" creationId="{EE298CA6-AD89-460E-3FA2-E505D88466A8}"/>
          </ac:spMkLst>
        </pc:spChg>
        <pc:spChg chg="add del mod">
          <ac:chgData name="daniel bazan" userId="12ef92c0183a0afd" providerId="LiveId" clId="{16B1A657-FB00-4A6D-9C5B-AB743979EA46}" dt="2024-06-02T18:49:36.815" v="3463" actId="478"/>
          <ac:spMkLst>
            <pc:docMk/>
            <pc:sldMk cId="3133676036" sldId="314"/>
            <ac:spMk id="36" creationId="{B8B1CB3A-58D2-804F-0DD8-5259D44BA458}"/>
          </ac:spMkLst>
        </pc:spChg>
        <pc:spChg chg="add del mod">
          <ac:chgData name="daniel bazan" userId="12ef92c0183a0afd" providerId="LiveId" clId="{16B1A657-FB00-4A6D-9C5B-AB743979EA46}" dt="2024-06-02T18:49:36.815" v="3463" actId="478"/>
          <ac:spMkLst>
            <pc:docMk/>
            <pc:sldMk cId="3133676036" sldId="314"/>
            <ac:spMk id="37" creationId="{AC0E55A2-EC7E-F61D-2210-23C0DD9AEFE6}"/>
          </ac:spMkLst>
        </pc:spChg>
        <pc:spChg chg="add del mod">
          <ac:chgData name="daniel bazan" userId="12ef92c0183a0afd" providerId="LiveId" clId="{16B1A657-FB00-4A6D-9C5B-AB743979EA46}" dt="2024-06-02T18:49:36.815" v="3463" actId="478"/>
          <ac:spMkLst>
            <pc:docMk/>
            <pc:sldMk cId="3133676036" sldId="314"/>
            <ac:spMk id="42" creationId="{CBBE51DF-E87D-29F4-1340-D504FC2C2FD3}"/>
          </ac:spMkLst>
        </pc:spChg>
        <pc:spChg chg="add del mod">
          <ac:chgData name="daniel bazan" userId="12ef92c0183a0afd" providerId="LiveId" clId="{16B1A657-FB00-4A6D-9C5B-AB743979EA46}" dt="2024-06-02T18:49:42.059" v="3465" actId="478"/>
          <ac:spMkLst>
            <pc:docMk/>
            <pc:sldMk cId="3133676036" sldId="314"/>
            <ac:spMk id="43" creationId="{3125C511-1097-5D53-F153-F6B013ECFE29}"/>
          </ac:spMkLst>
        </pc:spChg>
        <pc:spChg chg="add del mod">
          <ac:chgData name="daniel bazan" userId="12ef92c0183a0afd" providerId="LiveId" clId="{16B1A657-FB00-4A6D-9C5B-AB743979EA46}" dt="2024-06-02T18:49:44.965" v="3467" actId="478"/>
          <ac:spMkLst>
            <pc:docMk/>
            <pc:sldMk cId="3133676036" sldId="314"/>
            <ac:spMk id="44" creationId="{F0A78716-AB13-3B95-616A-7E74AA17D15F}"/>
          </ac:spMkLst>
        </pc:spChg>
        <pc:spChg chg="add del mod">
          <ac:chgData name="daniel bazan" userId="12ef92c0183a0afd" providerId="LiveId" clId="{16B1A657-FB00-4A6D-9C5B-AB743979EA46}" dt="2024-06-02T18:49:36.815" v="3463" actId="478"/>
          <ac:spMkLst>
            <pc:docMk/>
            <pc:sldMk cId="3133676036" sldId="314"/>
            <ac:spMk id="47" creationId="{BA4ADCEA-FCD9-8D0E-7324-A35E4F45BE11}"/>
          </ac:spMkLst>
        </pc:spChg>
        <pc:spChg chg="add del mod">
          <ac:chgData name="daniel bazan" userId="12ef92c0183a0afd" providerId="LiveId" clId="{16B1A657-FB00-4A6D-9C5B-AB743979EA46}" dt="2024-06-02T18:49:36.815" v="3463" actId="478"/>
          <ac:spMkLst>
            <pc:docMk/>
            <pc:sldMk cId="3133676036" sldId="314"/>
            <ac:spMk id="48" creationId="{FFECDEC4-36A5-CC9E-A26C-005AC8A399A5}"/>
          </ac:spMkLst>
        </pc:spChg>
        <pc:spChg chg="mod">
          <ac:chgData name="daniel bazan" userId="12ef92c0183a0afd" providerId="LiveId" clId="{16B1A657-FB00-4A6D-9C5B-AB743979EA46}" dt="2024-06-02T18:50:21.552" v="3469"/>
          <ac:spMkLst>
            <pc:docMk/>
            <pc:sldMk cId="3133676036" sldId="314"/>
            <ac:spMk id="50" creationId="{6A039622-9C69-2015-4921-0353B253F40A}"/>
          </ac:spMkLst>
        </pc:spChg>
        <pc:spChg chg="mod">
          <ac:chgData name="daniel bazan" userId="12ef92c0183a0afd" providerId="LiveId" clId="{16B1A657-FB00-4A6D-9C5B-AB743979EA46}" dt="2024-06-02T18:52:39.687" v="3480" actId="1076"/>
          <ac:spMkLst>
            <pc:docMk/>
            <pc:sldMk cId="3133676036" sldId="314"/>
            <ac:spMk id="51" creationId="{1776841F-F6EE-60E1-6D96-B909453F54BE}"/>
          </ac:spMkLst>
        </pc:spChg>
        <pc:spChg chg="mod">
          <ac:chgData name="daniel bazan" userId="12ef92c0183a0afd" providerId="LiveId" clId="{16B1A657-FB00-4A6D-9C5B-AB743979EA46}" dt="2024-06-02T18:50:21.552" v="3469"/>
          <ac:spMkLst>
            <pc:docMk/>
            <pc:sldMk cId="3133676036" sldId="314"/>
            <ac:spMk id="52" creationId="{B3F46F19-9DD1-FE7D-F07F-DEEF05C8D38A}"/>
          </ac:spMkLst>
        </pc:spChg>
        <pc:spChg chg="mod">
          <ac:chgData name="daniel bazan" userId="12ef92c0183a0afd" providerId="LiveId" clId="{16B1A657-FB00-4A6D-9C5B-AB743979EA46}" dt="2024-06-02T18:50:21.552" v="3469"/>
          <ac:spMkLst>
            <pc:docMk/>
            <pc:sldMk cId="3133676036" sldId="314"/>
            <ac:spMk id="55" creationId="{8F8A56D4-57D3-63F8-24FC-D3F57198A61D}"/>
          </ac:spMkLst>
        </pc:spChg>
        <pc:spChg chg="mod">
          <ac:chgData name="daniel bazan" userId="12ef92c0183a0afd" providerId="LiveId" clId="{16B1A657-FB00-4A6D-9C5B-AB743979EA46}" dt="2024-06-02T18:50:21.552" v="3469"/>
          <ac:spMkLst>
            <pc:docMk/>
            <pc:sldMk cId="3133676036" sldId="314"/>
            <ac:spMk id="56" creationId="{B7E03C5F-7463-D00B-9545-DBB41204F566}"/>
          </ac:spMkLst>
        </pc:spChg>
        <pc:spChg chg="add mod">
          <ac:chgData name="daniel bazan" userId="12ef92c0183a0afd" providerId="LiveId" clId="{16B1A657-FB00-4A6D-9C5B-AB743979EA46}" dt="2024-06-02T21:11:47.905" v="3582" actId="1076"/>
          <ac:spMkLst>
            <pc:docMk/>
            <pc:sldMk cId="3133676036" sldId="314"/>
            <ac:spMk id="57" creationId="{F0EBA195-9C8E-F541-62AB-2AC7E6D36A2E}"/>
          </ac:spMkLst>
        </pc:spChg>
        <pc:spChg chg="mod">
          <ac:chgData name="daniel bazan" userId="12ef92c0183a0afd" providerId="LiveId" clId="{16B1A657-FB00-4A6D-9C5B-AB743979EA46}" dt="2024-06-02T18:55:23.379" v="3555" actId="692"/>
          <ac:spMkLst>
            <pc:docMk/>
            <pc:sldMk cId="3133676036" sldId="314"/>
            <ac:spMk id="59" creationId="{4F83925A-6D1C-F632-2F1B-9723CA65FA01}"/>
          </ac:spMkLst>
        </pc:spChg>
        <pc:spChg chg="mod">
          <ac:chgData name="daniel bazan" userId="12ef92c0183a0afd" providerId="LiveId" clId="{16B1A657-FB00-4A6D-9C5B-AB743979EA46}" dt="2024-06-02T21:12:18.959" v="3587" actId="1076"/>
          <ac:spMkLst>
            <pc:docMk/>
            <pc:sldMk cId="3133676036" sldId="314"/>
            <ac:spMk id="60" creationId="{0148F8F2-117F-DF1A-B310-F05509B61E12}"/>
          </ac:spMkLst>
        </pc:spChg>
        <pc:spChg chg="mod">
          <ac:chgData name="daniel bazan" userId="12ef92c0183a0afd" providerId="LiveId" clId="{16B1A657-FB00-4A6D-9C5B-AB743979EA46}" dt="2024-06-02T21:12:39.037" v="3589" actId="1076"/>
          <ac:spMkLst>
            <pc:docMk/>
            <pc:sldMk cId="3133676036" sldId="314"/>
            <ac:spMk id="61" creationId="{495DA834-FC76-9E5F-8736-1D5A7989CC10}"/>
          </ac:spMkLst>
        </pc:spChg>
        <pc:spChg chg="del mod">
          <ac:chgData name="daniel bazan" userId="12ef92c0183a0afd" providerId="LiveId" clId="{16B1A657-FB00-4A6D-9C5B-AB743979EA46}" dt="2024-06-02T18:54:45.670" v="3546" actId="478"/>
          <ac:spMkLst>
            <pc:docMk/>
            <pc:sldMk cId="3133676036" sldId="314"/>
            <ac:spMk id="64" creationId="{F47D0639-AC96-30E0-248F-58C35604A933}"/>
          </ac:spMkLst>
        </pc:spChg>
        <pc:spChg chg="del mod">
          <ac:chgData name="daniel bazan" userId="12ef92c0183a0afd" providerId="LiveId" clId="{16B1A657-FB00-4A6D-9C5B-AB743979EA46}" dt="2024-06-02T18:55:13.616" v="3554" actId="478"/>
          <ac:spMkLst>
            <pc:docMk/>
            <pc:sldMk cId="3133676036" sldId="314"/>
            <ac:spMk id="65" creationId="{F7615DAE-97BE-4B0E-1C51-6861B9A3EA35}"/>
          </ac:spMkLst>
        </pc:spChg>
        <pc:spChg chg="mod topLvl">
          <ac:chgData name="daniel bazan" userId="12ef92c0183a0afd" providerId="LiveId" clId="{16B1A657-FB00-4A6D-9C5B-AB743979EA46}" dt="2024-06-02T21:28:33.984" v="3705" actId="164"/>
          <ac:spMkLst>
            <pc:docMk/>
            <pc:sldMk cId="3133676036" sldId="314"/>
            <ac:spMk id="72" creationId="{1AB943DC-6B50-4858-56B4-759C453098F4}"/>
          </ac:spMkLst>
        </pc:spChg>
        <pc:spChg chg="mod topLvl">
          <ac:chgData name="daniel bazan" userId="12ef92c0183a0afd" providerId="LiveId" clId="{16B1A657-FB00-4A6D-9C5B-AB743979EA46}" dt="2024-06-02T21:28:33.984" v="3705" actId="164"/>
          <ac:spMkLst>
            <pc:docMk/>
            <pc:sldMk cId="3133676036" sldId="314"/>
            <ac:spMk id="73" creationId="{4D7741BE-93CE-AE03-DB0A-356461D50EB5}"/>
          </ac:spMkLst>
        </pc:spChg>
        <pc:spChg chg="mod topLvl">
          <ac:chgData name="daniel bazan" userId="12ef92c0183a0afd" providerId="LiveId" clId="{16B1A657-FB00-4A6D-9C5B-AB743979EA46}" dt="2024-06-02T21:28:33.984" v="3705" actId="164"/>
          <ac:spMkLst>
            <pc:docMk/>
            <pc:sldMk cId="3133676036" sldId="314"/>
            <ac:spMk id="74" creationId="{AA319BBE-298E-AF90-E74D-E07D376D9242}"/>
          </ac:spMkLst>
        </pc:spChg>
        <pc:spChg chg="del mod">
          <ac:chgData name="daniel bazan" userId="12ef92c0183a0afd" providerId="LiveId" clId="{16B1A657-FB00-4A6D-9C5B-AB743979EA46}" dt="2024-06-02T21:11:17.002" v="3579" actId="478"/>
          <ac:spMkLst>
            <pc:docMk/>
            <pc:sldMk cId="3133676036" sldId="314"/>
            <ac:spMk id="77" creationId="{073C11AD-BBF8-3391-07CF-0EA7E2D1F113}"/>
          </ac:spMkLst>
        </pc:spChg>
        <pc:spChg chg="mod topLvl">
          <ac:chgData name="daniel bazan" userId="12ef92c0183a0afd" providerId="LiveId" clId="{16B1A657-FB00-4A6D-9C5B-AB743979EA46}" dt="2024-06-02T21:28:46.007" v="3707" actId="1076"/>
          <ac:spMkLst>
            <pc:docMk/>
            <pc:sldMk cId="3133676036" sldId="314"/>
            <ac:spMk id="78" creationId="{7A0AEDDE-63D4-083A-3A68-BD8E3BD98A47}"/>
          </ac:spMkLst>
        </pc:spChg>
        <pc:spChg chg="add del mod">
          <ac:chgData name="daniel bazan" userId="12ef92c0183a0afd" providerId="LiveId" clId="{16B1A657-FB00-4A6D-9C5B-AB743979EA46}" dt="2024-06-02T21:17:24.938" v="3626" actId="478"/>
          <ac:spMkLst>
            <pc:docMk/>
            <pc:sldMk cId="3133676036" sldId="314"/>
            <ac:spMk id="93" creationId="{46E8AA48-8918-AE07-574A-ACFC495EBCBA}"/>
          </ac:spMkLst>
        </pc:spChg>
        <pc:spChg chg="add mod topLvl">
          <ac:chgData name="daniel bazan" userId="12ef92c0183a0afd" providerId="LiveId" clId="{16B1A657-FB00-4A6D-9C5B-AB743979EA46}" dt="2024-06-02T21:30:16.351" v="3714" actId="1076"/>
          <ac:spMkLst>
            <pc:docMk/>
            <pc:sldMk cId="3133676036" sldId="314"/>
            <ac:spMk id="119" creationId="{AE9AFA6F-5B1A-0C13-A10E-D8A7E7AED883}"/>
          </ac:spMkLst>
        </pc:spChg>
        <pc:grpChg chg="del">
          <ac:chgData name="daniel bazan" userId="12ef92c0183a0afd" providerId="LiveId" clId="{16B1A657-FB00-4A6D-9C5B-AB743979EA46}" dt="2024-06-01T23:10:36.120" v="2162" actId="478"/>
          <ac:grpSpMkLst>
            <pc:docMk/>
            <pc:sldMk cId="3133676036" sldId="314"/>
            <ac:grpSpMk id="15" creationId="{36329CC2-BF96-9CF3-1E1D-0306D6932168}"/>
          </ac:grpSpMkLst>
        </pc:grpChg>
        <pc:grpChg chg="add mod">
          <ac:chgData name="daniel bazan" userId="12ef92c0183a0afd" providerId="LiveId" clId="{16B1A657-FB00-4A6D-9C5B-AB743979EA46}" dt="2024-06-02T21:11:57.477" v="3583" actId="1076"/>
          <ac:grpSpMkLst>
            <pc:docMk/>
            <pc:sldMk cId="3133676036" sldId="314"/>
            <ac:grpSpMk id="49" creationId="{2C5A3023-B265-5B20-85A4-63855C907B99}"/>
          </ac:grpSpMkLst>
        </pc:grpChg>
        <pc:grpChg chg="add mod">
          <ac:chgData name="daniel bazan" userId="12ef92c0183a0afd" providerId="LiveId" clId="{16B1A657-FB00-4A6D-9C5B-AB743979EA46}" dt="2024-06-02T21:12:08.401" v="3585" actId="1076"/>
          <ac:grpSpMkLst>
            <pc:docMk/>
            <pc:sldMk cId="3133676036" sldId="314"/>
            <ac:grpSpMk id="58" creationId="{2E856596-E523-FA56-C78E-8919B62B93F5}"/>
          </ac:grpSpMkLst>
        </pc:grpChg>
        <pc:grpChg chg="add del mod topLvl">
          <ac:chgData name="daniel bazan" userId="12ef92c0183a0afd" providerId="LiveId" clId="{16B1A657-FB00-4A6D-9C5B-AB743979EA46}" dt="2024-06-02T21:27:45.746" v="3702" actId="165"/>
          <ac:grpSpMkLst>
            <pc:docMk/>
            <pc:sldMk cId="3133676036" sldId="314"/>
            <ac:grpSpMk id="71" creationId="{6DA562E6-6FF9-1AD7-B8D2-F753FCE4F3A8}"/>
          </ac:grpSpMkLst>
        </pc:grpChg>
        <pc:grpChg chg="add mod topLvl">
          <ac:chgData name="daniel bazan" userId="12ef92c0183a0afd" providerId="LiveId" clId="{16B1A657-FB00-4A6D-9C5B-AB743979EA46}" dt="2024-06-02T21:28:33.984" v="3705" actId="164"/>
          <ac:grpSpMkLst>
            <pc:docMk/>
            <pc:sldMk cId="3133676036" sldId="314"/>
            <ac:grpSpMk id="118" creationId="{B02D833A-3F58-00D7-B49C-A3666185E7BB}"/>
          </ac:grpSpMkLst>
        </pc:grpChg>
        <pc:grpChg chg="add del mod topLvl">
          <ac:chgData name="daniel bazan" userId="12ef92c0183a0afd" providerId="LiveId" clId="{16B1A657-FB00-4A6D-9C5B-AB743979EA46}" dt="2024-06-02T21:28:08.039" v="3704" actId="165"/>
          <ac:grpSpMkLst>
            <pc:docMk/>
            <pc:sldMk cId="3133676036" sldId="314"/>
            <ac:grpSpMk id="120" creationId="{A0BDAC8C-9BC7-3D75-40B8-7937F9DAC701}"/>
          </ac:grpSpMkLst>
        </pc:grpChg>
        <pc:grpChg chg="add del mod topLvl">
          <ac:chgData name="daniel bazan" userId="12ef92c0183a0afd" providerId="LiveId" clId="{16B1A657-FB00-4A6D-9C5B-AB743979EA46}" dt="2024-06-02T21:26:49.214" v="3697" actId="165"/>
          <ac:grpSpMkLst>
            <pc:docMk/>
            <pc:sldMk cId="3133676036" sldId="314"/>
            <ac:grpSpMk id="121" creationId="{17C5917A-99C6-E3EC-CC5D-4B7C893FA908}"/>
          </ac:grpSpMkLst>
        </pc:grpChg>
        <pc:grpChg chg="add del mod">
          <ac:chgData name="daniel bazan" userId="12ef92c0183a0afd" providerId="LiveId" clId="{16B1A657-FB00-4A6D-9C5B-AB743979EA46}" dt="2024-06-02T21:26:40.442" v="3696" actId="165"/>
          <ac:grpSpMkLst>
            <pc:docMk/>
            <pc:sldMk cId="3133676036" sldId="314"/>
            <ac:grpSpMk id="122" creationId="{818F3A00-2B1B-BB87-5D83-A6C11829D0E7}"/>
          </ac:grpSpMkLst>
        </pc:grpChg>
        <pc:grpChg chg="add mod">
          <ac:chgData name="daniel bazan" userId="12ef92c0183a0afd" providerId="LiveId" clId="{16B1A657-FB00-4A6D-9C5B-AB743979EA46}" dt="2024-06-02T21:28:33.984" v="3705" actId="164"/>
          <ac:grpSpMkLst>
            <pc:docMk/>
            <pc:sldMk cId="3133676036" sldId="314"/>
            <ac:grpSpMk id="123" creationId="{ED13F95F-3701-757E-D3CC-AD639BAB2122}"/>
          </ac:grpSpMkLst>
        </pc:grpChg>
        <pc:picChg chg="add mod">
          <ac:chgData name="daniel bazan" userId="12ef92c0183a0afd" providerId="LiveId" clId="{16B1A657-FB00-4A6D-9C5B-AB743979EA46}" dt="2024-06-02T18:16:52.241" v="3083" actId="1076"/>
          <ac:picMkLst>
            <pc:docMk/>
            <pc:sldMk cId="3133676036" sldId="314"/>
            <ac:picMk id="7" creationId="{9F720B5D-2681-5CAF-3E66-C5CA5DA2A2FF}"/>
          </ac:picMkLst>
        </pc:picChg>
        <pc:picChg chg="add del mod">
          <ac:chgData name="daniel bazan" userId="12ef92c0183a0afd" providerId="LiveId" clId="{16B1A657-FB00-4A6D-9C5B-AB743979EA46}" dt="2024-06-02T17:37:42.460" v="2628" actId="478"/>
          <ac:picMkLst>
            <pc:docMk/>
            <pc:sldMk cId="3133676036" sldId="314"/>
            <ac:picMk id="18" creationId="{C06F8EDE-4511-B37D-129C-C910C7DBAD36}"/>
          </ac:picMkLst>
        </pc:picChg>
        <pc:cxnChg chg="add del mod">
          <ac:chgData name="daniel bazan" userId="12ef92c0183a0afd" providerId="LiveId" clId="{16B1A657-FB00-4A6D-9C5B-AB743979EA46}" dt="2024-06-02T18:49:36.815" v="3463" actId="478"/>
          <ac:cxnSpMkLst>
            <pc:docMk/>
            <pc:sldMk cId="3133676036" sldId="314"/>
            <ac:cxnSpMk id="39" creationId="{04E5EE0F-B1EC-CBC2-BA7F-4F36A55FFAEF}"/>
          </ac:cxnSpMkLst>
        </pc:cxnChg>
        <pc:cxnChg chg="add del mod">
          <ac:chgData name="daniel bazan" userId="12ef92c0183a0afd" providerId="LiveId" clId="{16B1A657-FB00-4A6D-9C5B-AB743979EA46}" dt="2024-06-02T18:49:36.815" v="3463" actId="478"/>
          <ac:cxnSpMkLst>
            <pc:docMk/>
            <pc:sldMk cId="3133676036" sldId="314"/>
            <ac:cxnSpMk id="45" creationId="{4CCF940A-8843-28B6-43AB-9CBD3CB4F449}"/>
          </ac:cxnSpMkLst>
        </pc:cxnChg>
        <pc:cxnChg chg="add del mod">
          <ac:chgData name="daniel bazan" userId="12ef92c0183a0afd" providerId="LiveId" clId="{16B1A657-FB00-4A6D-9C5B-AB743979EA46}" dt="2024-06-02T18:49:36.815" v="3463" actId="478"/>
          <ac:cxnSpMkLst>
            <pc:docMk/>
            <pc:sldMk cId="3133676036" sldId="314"/>
            <ac:cxnSpMk id="46" creationId="{76C82038-FAC5-583F-5D93-327422AF18B4}"/>
          </ac:cxnSpMkLst>
        </pc:cxnChg>
        <pc:cxnChg chg="mod">
          <ac:chgData name="daniel bazan" userId="12ef92c0183a0afd" providerId="LiveId" clId="{16B1A657-FB00-4A6D-9C5B-AB743979EA46}" dt="2024-06-02T18:50:21.552" v="3469"/>
          <ac:cxnSpMkLst>
            <pc:docMk/>
            <pc:sldMk cId="3133676036" sldId="314"/>
            <ac:cxnSpMk id="53" creationId="{26C78214-4ECF-2B7A-8E57-2A09BC9A726A}"/>
          </ac:cxnSpMkLst>
        </pc:cxnChg>
        <pc:cxnChg chg="mod">
          <ac:chgData name="daniel bazan" userId="12ef92c0183a0afd" providerId="LiveId" clId="{16B1A657-FB00-4A6D-9C5B-AB743979EA46}" dt="2024-06-02T18:50:21.552" v="3469"/>
          <ac:cxnSpMkLst>
            <pc:docMk/>
            <pc:sldMk cId="3133676036" sldId="314"/>
            <ac:cxnSpMk id="54" creationId="{93970944-CCD3-1317-2E00-629F730C9ED7}"/>
          </ac:cxnSpMkLst>
        </pc:cxnChg>
        <pc:cxnChg chg="mod">
          <ac:chgData name="daniel bazan" userId="12ef92c0183a0afd" providerId="LiveId" clId="{16B1A657-FB00-4A6D-9C5B-AB743979EA46}" dt="2024-06-02T21:12:11.423" v="3586" actId="14100"/>
          <ac:cxnSpMkLst>
            <pc:docMk/>
            <pc:sldMk cId="3133676036" sldId="314"/>
            <ac:cxnSpMk id="62" creationId="{91AAA541-1BFB-A877-7BB2-5A6B0E76AAAD}"/>
          </ac:cxnSpMkLst>
        </pc:cxnChg>
        <pc:cxnChg chg="mod">
          <ac:chgData name="daniel bazan" userId="12ef92c0183a0afd" providerId="LiveId" clId="{16B1A657-FB00-4A6D-9C5B-AB743979EA46}" dt="2024-06-02T21:12:51.032" v="3591" actId="14100"/>
          <ac:cxnSpMkLst>
            <pc:docMk/>
            <pc:sldMk cId="3133676036" sldId="314"/>
            <ac:cxnSpMk id="63" creationId="{BCD61FE0-9BDC-B979-1DCF-2BC160B80CA8}"/>
          </ac:cxnSpMkLst>
        </pc:cxnChg>
        <pc:cxnChg chg="del mod">
          <ac:chgData name="daniel bazan" userId="12ef92c0183a0afd" providerId="LiveId" clId="{16B1A657-FB00-4A6D-9C5B-AB743979EA46}" dt="2024-06-02T21:11:24.117" v="3580" actId="478"/>
          <ac:cxnSpMkLst>
            <pc:docMk/>
            <pc:sldMk cId="3133676036" sldId="314"/>
            <ac:cxnSpMk id="75" creationId="{C35404DC-69F9-BE91-D5AA-72E9956C6CDE}"/>
          </ac:cxnSpMkLst>
        </pc:cxnChg>
        <pc:cxnChg chg="mod topLvl">
          <ac:chgData name="daniel bazan" userId="12ef92c0183a0afd" providerId="LiveId" clId="{16B1A657-FB00-4A6D-9C5B-AB743979EA46}" dt="2024-06-02T21:28:41.891" v="3706" actId="1076"/>
          <ac:cxnSpMkLst>
            <pc:docMk/>
            <pc:sldMk cId="3133676036" sldId="314"/>
            <ac:cxnSpMk id="76" creationId="{7A2AE409-1B19-3B12-F4DE-A403D092D36E}"/>
          </ac:cxnSpMkLst>
        </pc:cxnChg>
        <pc:cxnChg chg="add mod topLvl">
          <ac:chgData name="daniel bazan" userId="12ef92c0183a0afd" providerId="LiveId" clId="{16B1A657-FB00-4A6D-9C5B-AB743979EA46}" dt="2024-06-02T21:28:33.984" v="3705" actId="164"/>
          <ac:cxnSpMkLst>
            <pc:docMk/>
            <pc:sldMk cId="3133676036" sldId="314"/>
            <ac:cxnSpMk id="82" creationId="{64271F18-082E-9742-173F-0C82A2A8B243}"/>
          </ac:cxnSpMkLst>
        </pc:cxnChg>
        <pc:cxnChg chg="add del mod">
          <ac:chgData name="daniel bazan" userId="12ef92c0183a0afd" providerId="LiveId" clId="{16B1A657-FB00-4A6D-9C5B-AB743979EA46}" dt="2024-06-02T21:16:37.538" v="3622" actId="478"/>
          <ac:cxnSpMkLst>
            <pc:docMk/>
            <pc:sldMk cId="3133676036" sldId="314"/>
            <ac:cxnSpMk id="85" creationId="{1D8A7464-4157-D765-59CE-1252BE22113A}"/>
          </ac:cxnSpMkLst>
        </pc:cxnChg>
        <pc:cxnChg chg="add del">
          <ac:chgData name="daniel bazan" userId="12ef92c0183a0afd" providerId="LiveId" clId="{16B1A657-FB00-4A6D-9C5B-AB743979EA46}" dt="2024-06-02T21:17:36.962" v="3628" actId="478"/>
          <ac:cxnSpMkLst>
            <pc:docMk/>
            <pc:sldMk cId="3133676036" sldId="314"/>
            <ac:cxnSpMk id="95" creationId="{9C488E80-0788-C4E2-7C39-A311CC91B979}"/>
          </ac:cxnSpMkLst>
        </pc:cxnChg>
        <pc:cxnChg chg="add mod">
          <ac:chgData name="daniel bazan" userId="12ef92c0183a0afd" providerId="LiveId" clId="{16B1A657-FB00-4A6D-9C5B-AB743979EA46}" dt="2024-06-02T21:28:08.039" v="3704" actId="165"/>
          <ac:cxnSpMkLst>
            <pc:docMk/>
            <pc:sldMk cId="3133676036" sldId="314"/>
            <ac:cxnSpMk id="97" creationId="{EE96057E-9956-6FFD-9442-7236586C227E}"/>
          </ac:cxnSpMkLst>
        </pc:cxnChg>
        <pc:cxnChg chg="add mod">
          <ac:chgData name="daniel bazan" userId="12ef92c0183a0afd" providerId="LiveId" clId="{16B1A657-FB00-4A6D-9C5B-AB743979EA46}" dt="2024-06-02T21:28:08.039" v="3704" actId="165"/>
          <ac:cxnSpMkLst>
            <pc:docMk/>
            <pc:sldMk cId="3133676036" sldId="314"/>
            <ac:cxnSpMk id="99" creationId="{74B64A5C-77D7-3A95-42E7-3DE250FD7A0F}"/>
          </ac:cxnSpMkLst>
        </pc:cxnChg>
        <pc:cxnChg chg="add mod">
          <ac:chgData name="daniel bazan" userId="12ef92c0183a0afd" providerId="LiveId" clId="{16B1A657-FB00-4A6D-9C5B-AB743979EA46}" dt="2024-06-02T21:28:08.039" v="3704" actId="165"/>
          <ac:cxnSpMkLst>
            <pc:docMk/>
            <pc:sldMk cId="3133676036" sldId="314"/>
            <ac:cxnSpMk id="102" creationId="{ED9DCC5D-B718-CB64-0D71-B3699EA64725}"/>
          </ac:cxnSpMkLst>
        </pc:cxnChg>
      </pc:sldChg>
      <pc:sldChg chg="addSp modSp add mod ord">
        <pc:chgData name="daniel bazan" userId="12ef92c0183a0afd" providerId="LiveId" clId="{16B1A657-FB00-4A6D-9C5B-AB743979EA46}" dt="2024-06-02T17:55:40.010" v="2923" actId="164"/>
        <pc:sldMkLst>
          <pc:docMk/>
          <pc:sldMk cId="2399092327" sldId="315"/>
        </pc:sldMkLst>
        <pc:spChg chg="mod">
          <ac:chgData name="daniel bazan" userId="12ef92c0183a0afd" providerId="LiveId" clId="{16B1A657-FB00-4A6D-9C5B-AB743979EA46}" dt="2024-06-02T17:36:10.820" v="2609" actId="13926"/>
          <ac:spMkLst>
            <pc:docMk/>
            <pc:sldMk cId="2399092327" sldId="315"/>
            <ac:spMk id="4" creationId="{195D5176-247A-9F5E-BBF0-9507D749A10C}"/>
          </ac:spMkLst>
        </pc:spChg>
        <pc:spChg chg="add mod">
          <ac:chgData name="daniel bazan" userId="12ef92c0183a0afd" providerId="LiveId" clId="{16B1A657-FB00-4A6D-9C5B-AB743979EA46}" dt="2024-06-02T17:55:40.010" v="2923" actId="164"/>
          <ac:spMkLst>
            <pc:docMk/>
            <pc:sldMk cId="2399092327" sldId="315"/>
            <ac:spMk id="8" creationId="{A7C201FA-5ACE-C016-01F3-E6F3E4D39DC9}"/>
          </ac:spMkLst>
        </pc:spChg>
        <pc:grpChg chg="add mod">
          <ac:chgData name="daniel bazan" userId="12ef92c0183a0afd" providerId="LiveId" clId="{16B1A657-FB00-4A6D-9C5B-AB743979EA46}" dt="2024-06-02T17:55:40.010" v="2923" actId="164"/>
          <ac:grpSpMkLst>
            <pc:docMk/>
            <pc:sldMk cId="2399092327" sldId="315"/>
            <ac:grpSpMk id="9" creationId="{CFDCDA2A-F63E-87BD-6271-EA7110B05910}"/>
          </ac:grpSpMkLst>
        </pc:grpChg>
        <pc:picChg chg="mod">
          <ac:chgData name="daniel bazan" userId="12ef92c0183a0afd" providerId="LiveId" clId="{16B1A657-FB00-4A6D-9C5B-AB743979EA46}" dt="2024-06-02T17:55:40.010" v="2923" actId="164"/>
          <ac:picMkLst>
            <pc:docMk/>
            <pc:sldMk cId="2399092327" sldId="315"/>
            <ac:picMk id="7" creationId="{9F720B5D-2681-5CAF-3E66-C5CA5DA2A2FF}"/>
          </ac:picMkLst>
        </pc:picChg>
      </pc:sldChg>
      <pc:sldChg chg="addSp delSp modSp add mod modAnim">
        <pc:chgData name="daniel bazan" userId="12ef92c0183a0afd" providerId="LiveId" clId="{16B1A657-FB00-4A6D-9C5B-AB743979EA46}" dt="2024-06-02T18:51:20.048" v="3476" actId="1076"/>
        <pc:sldMkLst>
          <pc:docMk/>
          <pc:sldMk cId="531863624" sldId="316"/>
        </pc:sldMkLst>
        <pc:spChg chg="add mod">
          <ac:chgData name="daniel bazan" userId="12ef92c0183a0afd" providerId="LiveId" clId="{16B1A657-FB00-4A6D-9C5B-AB743979EA46}" dt="2024-06-02T18:47:43.194" v="3451" actId="14100"/>
          <ac:spMkLst>
            <pc:docMk/>
            <pc:sldMk cId="531863624" sldId="316"/>
            <ac:spMk id="8" creationId="{65F52210-FA53-D19B-48D4-D6DBFF49E105}"/>
          </ac:spMkLst>
        </pc:spChg>
        <pc:spChg chg="mod">
          <ac:chgData name="daniel bazan" userId="12ef92c0183a0afd" providerId="LiveId" clId="{16B1A657-FB00-4A6D-9C5B-AB743979EA46}" dt="2024-06-02T18:47:25.329" v="3450" actId="20577"/>
          <ac:spMkLst>
            <pc:docMk/>
            <pc:sldMk cId="531863624" sldId="316"/>
            <ac:spMk id="27" creationId="{C717A5DE-C9DE-F5D9-4C42-861EA5F10F54}"/>
          </ac:spMkLst>
        </pc:spChg>
        <pc:spChg chg="del mod">
          <ac:chgData name="daniel bazan" userId="12ef92c0183a0afd" providerId="LiveId" clId="{16B1A657-FB00-4A6D-9C5B-AB743979EA46}" dt="2024-06-02T18:34:32.267" v="3279" actId="478"/>
          <ac:spMkLst>
            <pc:docMk/>
            <pc:sldMk cId="531863624" sldId="316"/>
            <ac:spMk id="29" creationId="{E568F551-1EE5-1C13-3032-EF328A7470F3}"/>
          </ac:spMkLst>
        </pc:spChg>
        <pc:spChg chg="del mod">
          <ac:chgData name="daniel bazan" userId="12ef92c0183a0afd" providerId="LiveId" clId="{16B1A657-FB00-4A6D-9C5B-AB743979EA46}" dt="2024-06-02T18:46:08.056" v="3417" actId="478"/>
          <ac:spMkLst>
            <pc:docMk/>
            <pc:sldMk cId="531863624" sldId="316"/>
            <ac:spMk id="31" creationId="{0E37D746-FA8F-E3FC-B900-721675EC46AF}"/>
          </ac:spMkLst>
        </pc:spChg>
        <pc:spChg chg="mod">
          <ac:chgData name="daniel bazan" userId="12ef92c0183a0afd" providerId="LiveId" clId="{16B1A657-FB00-4A6D-9C5B-AB743979EA46}" dt="2024-06-02T18:34:56.025" v="3281" actId="164"/>
          <ac:spMkLst>
            <pc:docMk/>
            <pc:sldMk cId="531863624" sldId="316"/>
            <ac:spMk id="35" creationId="{EE298CA6-AD89-460E-3FA2-E505D88466A8}"/>
          </ac:spMkLst>
        </pc:spChg>
        <pc:spChg chg="mod">
          <ac:chgData name="daniel bazan" userId="12ef92c0183a0afd" providerId="LiveId" clId="{16B1A657-FB00-4A6D-9C5B-AB743979EA46}" dt="2024-06-02T18:36:07.060" v="3288" actId="164"/>
          <ac:spMkLst>
            <pc:docMk/>
            <pc:sldMk cId="531863624" sldId="316"/>
            <ac:spMk id="36" creationId="{B8B1CB3A-58D2-804F-0DD8-5259D44BA458}"/>
          </ac:spMkLst>
        </pc:spChg>
        <pc:spChg chg="mod">
          <ac:chgData name="daniel bazan" userId="12ef92c0183a0afd" providerId="LiveId" clId="{16B1A657-FB00-4A6D-9C5B-AB743979EA46}" dt="2024-06-02T18:36:07.060" v="3288" actId="164"/>
          <ac:spMkLst>
            <pc:docMk/>
            <pc:sldMk cId="531863624" sldId="316"/>
            <ac:spMk id="37" creationId="{AC0E55A2-EC7E-F61D-2210-23C0DD9AEFE6}"/>
          </ac:spMkLst>
        </pc:spChg>
        <pc:spChg chg="mod">
          <ac:chgData name="daniel bazan" userId="12ef92c0183a0afd" providerId="LiveId" clId="{16B1A657-FB00-4A6D-9C5B-AB743979EA46}" dt="2024-06-02T18:36:07.060" v="3288" actId="164"/>
          <ac:spMkLst>
            <pc:docMk/>
            <pc:sldMk cId="531863624" sldId="316"/>
            <ac:spMk id="42" creationId="{CBBE51DF-E87D-29F4-1340-D504FC2C2FD3}"/>
          </ac:spMkLst>
        </pc:spChg>
        <pc:spChg chg="mod">
          <ac:chgData name="daniel bazan" userId="12ef92c0183a0afd" providerId="LiveId" clId="{16B1A657-FB00-4A6D-9C5B-AB743979EA46}" dt="2024-06-02T18:34:56.025" v="3281" actId="164"/>
          <ac:spMkLst>
            <pc:docMk/>
            <pc:sldMk cId="531863624" sldId="316"/>
            <ac:spMk id="43" creationId="{3125C511-1097-5D53-F153-F6B013ECFE29}"/>
          </ac:spMkLst>
        </pc:spChg>
        <pc:spChg chg="mod">
          <ac:chgData name="daniel bazan" userId="12ef92c0183a0afd" providerId="LiveId" clId="{16B1A657-FB00-4A6D-9C5B-AB743979EA46}" dt="2024-06-02T18:34:56.025" v="3281" actId="164"/>
          <ac:spMkLst>
            <pc:docMk/>
            <pc:sldMk cId="531863624" sldId="316"/>
            <ac:spMk id="44" creationId="{F0A78716-AB13-3B95-616A-7E74AA17D15F}"/>
          </ac:spMkLst>
        </pc:spChg>
        <pc:spChg chg="mod">
          <ac:chgData name="daniel bazan" userId="12ef92c0183a0afd" providerId="LiveId" clId="{16B1A657-FB00-4A6D-9C5B-AB743979EA46}" dt="2024-06-02T18:34:56.025" v="3281" actId="164"/>
          <ac:spMkLst>
            <pc:docMk/>
            <pc:sldMk cId="531863624" sldId="316"/>
            <ac:spMk id="47" creationId="{BA4ADCEA-FCD9-8D0E-7324-A35E4F45BE11}"/>
          </ac:spMkLst>
        </pc:spChg>
        <pc:spChg chg="mod">
          <ac:chgData name="daniel bazan" userId="12ef92c0183a0afd" providerId="LiveId" clId="{16B1A657-FB00-4A6D-9C5B-AB743979EA46}" dt="2024-06-02T18:34:56.025" v="3281" actId="164"/>
          <ac:spMkLst>
            <pc:docMk/>
            <pc:sldMk cId="531863624" sldId="316"/>
            <ac:spMk id="48" creationId="{FFECDEC4-36A5-CC9E-A26C-005AC8A399A5}"/>
          </ac:spMkLst>
        </pc:spChg>
        <pc:grpChg chg="add mod">
          <ac:chgData name="daniel bazan" userId="12ef92c0183a0afd" providerId="LiveId" clId="{16B1A657-FB00-4A6D-9C5B-AB743979EA46}" dt="2024-06-02T18:51:20.048" v="3476" actId="1076"/>
          <ac:grpSpMkLst>
            <pc:docMk/>
            <pc:sldMk cId="531863624" sldId="316"/>
            <ac:grpSpMk id="2" creationId="{73D4F95C-E562-5051-7899-D99265CEECF9}"/>
          </ac:grpSpMkLst>
        </pc:grpChg>
        <pc:grpChg chg="add mod">
          <ac:chgData name="daniel bazan" userId="12ef92c0183a0afd" providerId="LiveId" clId="{16B1A657-FB00-4A6D-9C5B-AB743979EA46}" dt="2024-06-02T18:36:00.632" v="3287" actId="164"/>
          <ac:grpSpMkLst>
            <pc:docMk/>
            <pc:sldMk cId="531863624" sldId="316"/>
            <ac:grpSpMk id="4" creationId="{81F07FC8-5740-E2FC-54BA-9B6265CA65CE}"/>
          </ac:grpSpMkLst>
        </pc:grpChg>
        <pc:grpChg chg="add mod">
          <ac:chgData name="daniel bazan" userId="12ef92c0183a0afd" providerId="LiveId" clId="{16B1A657-FB00-4A6D-9C5B-AB743979EA46}" dt="2024-06-02T18:36:10.587" v="3289" actId="1076"/>
          <ac:grpSpMkLst>
            <pc:docMk/>
            <pc:sldMk cId="531863624" sldId="316"/>
            <ac:grpSpMk id="5" creationId="{54C77DEF-EC97-BA82-8FCE-6DD435050344}"/>
          </ac:grpSpMkLst>
        </pc:grpChg>
        <pc:cxnChg chg="mod">
          <ac:chgData name="daniel bazan" userId="12ef92c0183a0afd" providerId="LiveId" clId="{16B1A657-FB00-4A6D-9C5B-AB743979EA46}" dt="2024-06-02T18:36:07.060" v="3288" actId="164"/>
          <ac:cxnSpMkLst>
            <pc:docMk/>
            <pc:sldMk cId="531863624" sldId="316"/>
            <ac:cxnSpMk id="39" creationId="{04E5EE0F-B1EC-CBC2-BA7F-4F36A55FFAEF}"/>
          </ac:cxnSpMkLst>
        </pc:cxnChg>
        <pc:cxnChg chg="mod">
          <ac:chgData name="daniel bazan" userId="12ef92c0183a0afd" providerId="LiveId" clId="{16B1A657-FB00-4A6D-9C5B-AB743979EA46}" dt="2024-06-02T18:34:56.025" v="3281" actId="164"/>
          <ac:cxnSpMkLst>
            <pc:docMk/>
            <pc:sldMk cId="531863624" sldId="316"/>
            <ac:cxnSpMk id="45" creationId="{4CCF940A-8843-28B6-43AB-9CBD3CB4F449}"/>
          </ac:cxnSpMkLst>
        </pc:cxnChg>
        <pc:cxnChg chg="mod">
          <ac:chgData name="daniel bazan" userId="12ef92c0183a0afd" providerId="LiveId" clId="{16B1A657-FB00-4A6D-9C5B-AB743979EA46}" dt="2024-06-02T18:34:56.025" v="3281" actId="164"/>
          <ac:cxnSpMkLst>
            <pc:docMk/>
            <pc:sldMk cId="531863624" sldId="316"/>
            <ac:cxnSpMk id="46" creationId="{76C82038-FAC5-583F-5D93-327422AF18B4}"/>
          </ac:cxnSpMkLst>
        </pc:cxnChg>
      </pc:sldChg>
    </pc:docChg>
  </pc:docChgLst>
  <pc:docChgLst>
    <pc:chgData name="daniel bazan" userId="12ef92c0183a0afd" providerId="LiveId" clId="{2317488A-90F1-DD40-BE2B-3C2A72E1FF55}"/>
    <pc:docChg chg="modSld">
      <pc:chgData name="daniel bazan" userId="12ef92c0183a0afd" providerId="LiveId" clId="{2317488A-90F1-DD40-BE2B-3C2A72E1FF55}" dt="2024-10-18T21:35:57.951" v="14" actId="1076"/>
      <pc:docMkLst>
        <pc:docMk/>
      </pc:docMkLst>
      <pc:sldChg chg="modSp">
        <pc:chgData name="daniel bazan" userId="12ef92c0183a0afd" providerId="LiveId" clId="{2317488A-90F1-DD40-BE2B-3C2A72E1FF55}" dt="2024-10-18T21:35:57.951" v="14" actId="1076"/>
        <pc:sldMkLst>
          <pc:docMk/>
          <pc:sldMk cId="1713607046" sldId="312"/>
        </pc:sldMkLst>
        <pc:spChg chg="mod">
          <ac:chgData name="daniel bazan" userId="12ef92c0183a0afd" providerId="LiveId" clId="{2317488A-90F1-DD40-BE2B-3C2A72E1FF55}" dt="2024-10-18T21:35:39.445" v="13" actId="20577"/>
          <ac:spMkLst>
            <pc:docMk/>
            <pc:sldMk cId="1713607046" sldId="312"/>
            <ac:spMk id="9" creationId="{5CC3B823-53B8-7797-AC6D-6BB2F024CF59}"/>
          </ac:spMkLst>
        </pc:spChg>
        <pc:spChg chg="mod">
          <ac:chgData name="daniel bazan" userId="12ef92c0183a0afd" providerId="LiveId" clId="{2317488A-90F1-DD40-BE2B-3C2A72E1FF55}" dt="2024-10-18T21:35:57.951" v="14" actId="1076"/>
          <ac:spMkLst>
            <pc:docMk/>
            <pc:sldMk cId="1713607046" sldId="312"/>
            <ac:spMk id="12" creationId="{49BE30D1-C0F6-6F21-0BAF-E2C56289F9BA}"/>
          </ac:spMkLst>
        </pc:spChg>
      </pc:sldChg>
    </pc:docChg>
  </pc:docChgLst>
  <pc:docChgLst>
    <pc:chgData name="daniel bazan" userId="12ef92c0183a0afd" providerId="LiveId" clId="{4D93C6E0-C4D4-462C-8453-3585D5A04B05}"/>
    <pc:docChg chg="undo redo custSel addSld delSld modSld sldOrd">
      <pc:chgData name="daniel bazan" userId="12ef92c0183a0afd" providerId="LiveId" clId="{4D93C6E0-C4D4-462C-8453-3585D5A04B05}" dt="2024-06-08T18:56:26.510" v="3069"/>
      <pc:docMkLst>
        <pc:docMk/>
      </pc:docMkLst>
      <pc:sldChg chg="modSp mod">
        <pc:chgData name="daniel bazan" userId="12ef92c0183a0afd" providerId="LiveId" clId="{4D93C6E0-C4D4-462C-8453-3585D5A04B05}" dt="2024-06-02T23:10:18.475" v="5" actId="20577"/>
        <pc:sldMkLst>
          <pc:docMk/>
          <pc:sldMk cId="3249147272" sldId="256"/>
        </pc:sldMkLst>
        <pc:spChg chg="mod">
          <ac:chgData name="daniel bazan" userId="12ef92c0183a0afd" providerId="LiveId" clId="{4D93C6E0-C4D4-462C-8453-3585D5A04B05}" dt="2024-06-02T23:10:18.475" v="5" actId="20577"/>
          <ac:spMkLst>
            <pc:docMk/>
            <pc:sldMk cId="3249147272" sldId="256"/>
            <ac:spMk id="5" creationId="{D24D16C9-DDB8-7220-C9B4-907DFC1C3A49}"/>
          </ac:spMkLst>
        </pc:spChg>
      </pc:sldChg>
      <pc:sldChg chg="del ord">
        <pc:chgData name="daniel bazan" userId="12ef92c0183a0afd" providerId="LiveId" clId="{4D93C6E0-C4D4-462C-8453-3585D5A04B05}" dt="2024-06-04T21:11:22.909" v="1899" actId="47"/>
        <pc:sldMkLst>
          <pc:docMk/>
          <pc:sldMk cId="3448702989" sldId="299"/>
        </pc:sldMkLst>
      </pc:sldChg>
      <pc:sldChg chg="del">
        <pc:chgData name="daniel bazan" userId="12ef92c0183a0afd" providerId="LiveId" clId="{4D93C6E0-C4D4-462C-8453-3585D5A04B05}" dt="2024-06-02T23:09:03.672" v="0" actId="47"/>
        <pc:sldMkLst>
          <pc:docMk/>
          <pc:sldMk cId="3391555568" sldId="300"/>
        </pc:sldMkLst>
      </pc:sldChg>
      <pc:sldChg chg="del">
        <pc:chgData name="daniel bazan" userId="12ef92c0183a0afd" providerId="LiveId" clId="{4D93C6E0-C4D4-462C-8453-3585D5A04B05}" dt="2024-06-02T23:09:03.672" v="0" actId="47"/>
        <pc:sldMkLst>
          <pc:docMk/>
          <pc:sldMk cId="1752705769" sldId="301"/>
        </pc:sldMkLst>
      </pc:sldChg>
      <pc:sldChg chg="del">
        <pc:chgData name="daniel bazan" userId="12ef92c0183a0afd" providerId="LiveId" clId="{4D93C6E0-C4D4-462C-8453-3585D5A04B05}" dt="2024-06-02T23:09:03.672" v="0" actId="47"/>
        <pc:sldMkLst>
          <pc:docMk/>
          <pc:sldMk cId="74871068" sldId="302"/>
        </pc:sldMkLst>
      </pc:sldChg>
      <pc:sldChg chg="del">
        <pc:chgData name="daniel bazan" userId="12ef92c0183a0afd" providerId="LiveId" clId="{4D93C6E0-C4D4-462C-8453-3585D5A04B05}" dt="2024-06-02T23:09:03.672" v="0" actId="47"/>
        <pc:sldMkLst>
          <pc:docMk/>
          <pc:sldMk cId="439402989" sldId="303"/>
        </pc:sldMkLst>
      </pc:sldChg>
      <pc:sldChg chg="del">
        <pc:chgData name="daniel bazan" userId="12ef92c0183a0afd" providerId="LiveId" clId="{4D93C6E0-C4D4-462C-8453-3585D5A04B05}" dt="2024-06-02T23:09:03.672" v="0" actId="47"/>
        <pc:sldMkLst>
          <pc:docMk/>
          <pc:sldMk cId="199773337" sldId="304"/>
        </pc:sldMkLst>
      </pc:sldChg>
      <pc:sldChg chg="del">
        <pc:chgData name="daniel bazan" userId="12ef92c0183a0afd" providerId="LiveId" clId="{4D93C6E0-C4D4-462C-8453-3585D5A04B05}" dt="2024-06-02T23:09:03.672" v="0" actId="47"/>
        <pc:sldMkLst>
          <pc:docMk/>
          <pc:sldMk cId="777187342" sldId="305"/>
        </pc:sldMkLst>
      </pc:sldChg>
      <pc:sldChg chg="del">
        <pc:chgData name="daniel bazan" userId="12ef92c0183a0afd" providerId="LiveId" clId="{4D93C6E0-C4D4-462C-8453-3585D5A04B05}" dt="2024-06-02T23:09:03.672" v="0" actId="47"/>
        <pc:sldMkLst>
          <pc:docMk/>
          <pc:sldMk cId="3011790874" sldId="306"/>
        </pc:sldMkLst>
      </pc:sldChg>
      <pc:sldChg chg="del">
        <pc:chgData name="daniel bazan" userId="12ef92c0183a0afd" providerId="LiveId" clId="{4D93C6E0-C4D4-462C-8453-3585D5A04B05}" dt="2024-06-02T23:09:03.672" v="0" actId="47"/>
        <pc:sldMkLst>
          <pc:docMk/>
          <pc:sldMk cId="2566577769" sldId="307"/>
        </pc:sldMkLst>
      </pc:sldChg>
      <pc:sldChg chg="del">
        <pc:chgData name="daniel bazan" userId="12ef92c0183a0afd" providerId="LiveId" clId="{4D93C6E0-C4D4-462C-8453-3585D5A04B05}" dt="2024-06-02T23:09:03.672" v="0" actId="47"/>
        <pc:sldMkLst>
          <pc:docMk/>
          <pc:sldMk cId="4111545096" sldId="308"/>
        </pc:sldMkLst>
      </pc:sldChg>
      <pc:sldChg chg="del">
        <pc:chgData name="daniel bazan" userId="12ef92c0183a0afd" providerId="LiveId" clId="{4D93C6E0-C4D4-462C-8453-3585D5A04B05}" dt="2024-06-02T23:09:03.672" v="0" actId="47"/>
        <pc:sldMkLst>
          <pc:docMk/>
          <pc:sldMk cId="1377751153" sldId="309"/>
        </pc:sldMkLst>
      </pc:sldChg>
      <pc:sldChg chg="addSp delSp modSp mod delAnim modAnim">
        <pc:chgData name="daniel bazan" userId="12ef92c0183a0afd" providerId="LiveId" clId="{4D93C6E0-C4D4-462C-8453-3585D5A04B05}" dt="2024-06-02T23:45:33.967" v="112" actId="1076"/>
        <pc:sldMkLst>
          <pc:docMk/>
          <pc:sldMk cId="2709405493" sldId="310"/>
        </pc:sldMkLst>
        <pc:spChg chg="mod">
          <ac:chgData name="daniel bazan" userId="12ef92c0183a0afd" providerId="LiveId" clId="{4D93C6E0-C4D4-462C-8453-3585D5A04B05}" dt="2024-06-02T23:10:58.535" v="26" actId="404"/>
          <ac:spMkLst>
            <pc:docMk/>
            <pc:sldMk cId="2709405493" sldId="310"/>
            <ac:spMk id="3" creationId="{8E22A00A-B539-95F0-F6CE-A63F4FA8573D}"/>
          </ac:spMkLst>
        </pc:spChg>
        <pc:spChg chg="mod">
          <ac:chgData name="daniel bazan" userId="12ef92c0183a0afd" providerId="LiveId" clId="{4D93C6E0-C4D4-462C-8453-3585D5A04B05}" dt="2024-06-02T23:45:20.823" v="111" actId="1076"/>
          <ac:spMkLst>
            <pc:docMk/>
            <pc:sldMk cId="2709405493" sldId="310"/>
            <ac:spMk id="4" creationId="{195D5176-247A-9F5E-BBF0-9507D749A10C}"/>
          </ac:spMkLst>
        </pc:spChg>
        <pc:spChg chg="add del mod">
          <ac:chgData name="daniel bazan" userId="12ef92c0183a0afd" providerId="LiveId" clId="{4D93C6E0-C4D4-462C-8453-3585D5A04B05}" dt="2024-06-02T23:19:00.144" v="65" actId="478"/>
          <ac:spMkLst>
            <pc:docMk/>
            <pc:sldMk cId="2709405493" sldId="310"/>
            <ac:spMk id="5" creationId="{ED691AB3-29D0-7BE9-216C-A5D711A28812}"/>
          </ac:spMkLst>
        </pc:spChg>
        <pc:spChg chg="mod">
          <ac:chgData name="daniel bazan" userId="12ef92c0183a0afd" providerId="LiveId" clId="{4D93C6E0-C4D4-462C-8453-3585D5A04B05}" dt="2024-06-02T23:44:37.686" v="105"/>
          <ac:spMkLst>
            <pc:docMk/>
            <pc:sldMk cId="2709405493" sldId="310"/>
            <ac:spMk id="11" creationId="{223CB3D3-F202-76E5-9ACB-39C2BEBA0D3A}"/>
          </ac:spMkLst>
        </pc:spChg>
        <pc:spChg chg="mod">
          <ac:chgData name="daniel bazan" userId="12ef92c0183a0afd" providerId="LiveId" clId="{4D93C6E0-C4D4-462C-8453-3585D5A04B05}" dt="2024-06-02T23:44:37.686" v="105"/>
          <ac:spMkLst>
            <pc:docMk/>
            <pc:sldMk cId="2709405493" sldId="310"/>
            <ac:spMk id="13" creationId="{4F772CF8-D03B-112C-4581-8BACC384D570}"/>
          </ac:spMkLst>
        </pc:spChg>
        <pc:spChg chg="mod">
          <ac:chgData name="daniel bazan" userId="12ef92c0183a0afd" providerId="LiveId" clId="{4D93C6E0-C4D4-462C-8453-3585D5A04B05}" dt="2024-06-02T23:44:37.686" v="105"/>
          <ac:spMkLst>
            <pc:docMk/>
            <pc:sldMk cId="2709405493" sldId="310"/>
            <ac:spMk id="16" creationId="{A0DA8303-9ED6-446A-DD66-A4888199DF33}"/>
          </ac:spMkLst>
        </pc:spChg>
        <pc:spChg chg="del">
          <ac:chgData name="daniel bazan" userId="12ef92c0183a0afd" providerId="LiveId" clId="{4D93C6E0-C4D4-462C-8453-3585D5A04B05}" dt="2024-06-02T23:11:17.263" v="28" actId="478"/>
          <ac:spMkLst>
            <pc:docMk/>
            <pc:sldMk cId="2709405493" sldId="310"/>
            <ac:spMk id="19" creationId="{75DE67EF-C848-2AFB-08A0-1A1FB9BA335D}"/>
          </ac:spMkLst>
        </pc:spChg>
        <pc:spChg chg="add mod">
          <ac:chgData name="daniel bazan" userId="12ef92c0183a0afd" providerId="LiveId" clId="{4D93C6E0-C4D4-462C-8453-3585D5A04B05}" dt="2024-06-02T23:45:14.343" v="110" actId="1076"/>
          <ac:spMkLst>
            <pc:docMk/>
            <pc:sldMk cId="2709405493" sldId="310"/>
            <ac:spMk id="24" creationId="{06F9F963-1948-2839-58ED-78311C28FEA7}"/>
          </ac:spMkLst>
        </pc:spChg>
        <pc:grpChg chg="add mod">
          <ac:chgData name="daniel bazan" userId="12ef92c0183a0afd" providerId="LiveId" clId="{4D93C6E0-C4D4-462C-8453-3585D5A04B05}" dt="2024-06-02T23:45:14.343" v="110" actId="1076"/>
          <ac:grpSpMkLst>
            <pc:docMk/>
            <pc:sldMk cId="2709405493" sldId="310"/>
            <ac:grpSpMk id="9" creationId="{2A91FD4E-FEDB-C6EE-EF7E-18C72115E376}"/>
          </ac:grpSpMkLst>
        </pc:grpChg>
        <pc:grpChg chg="del">
          <ac:chgData name="daniel bazan" userId="12ef92c0183a0afd" providerId="LiveId" clId="{4D93C6E0-C4D4-462C-8453-3585D5A04B05}" dt="2024-06-02T23:11:13.989" v="27" actId="478"/>
          <ac:grpSpMkLst>
            <pc:docMk/>
            <pc:sldMk cId="2709405493" sldId="310"/>
            <ac:grpSpMk id="15" creationId="{36329CC2-BF96-9CF3-1E1D-0306D6932168}"/>
          </ac:grpSpMkLst>
        </pc:grpChg>
        <pc:grpChg chg="mod">
          <ac:chgData name="daniel bazan" userId="12ef92c0183a0afd" providerId="LiveId" clId="{4D93C6E0-C4D4-462C-8453-3585D5A04B05}" dt="2024-06-02T23:44:37.686" v="105"/>
          <ac:grpSpMkLst>
            <pc:docMk/>
            <pc:sldMk cId="2709405493" sldId="310"/>
            <ac:grpSpMk id="20" creationId="{C6F1766E-750F-FA1B-ABEC-EF4DC2FA1A97}"/>
          </ac:grpSpMkLst>
        </pc:grpChg>
        <pc:picChg chg="add mod modCrop">
          <ac:chgData name="daniel bazan" userId="12ef92c0183a0afd" providerId="LiveId" clId="{4D93C6E0-C4D4-462C-8453-3585D5A04B05}" dt="2024-06-02T23:18:52.603" v="62" actId="732"/>
          <ac:picMkLst>
            <pc:docMk/>
            <pc:sldMk cId="2709405493" sldId="310"/>
            <ac:picMk id="2" creationId="{9A770566-A512-F7DB-0628-2769E854C11D}"/>
          </ac:picMkLst>
        </pc:picChg>
        <pc:picChg chg="add mod modCrop">
          <ac:chgData name="daniel bazan" userId="12ef92c0183a0afd" providerId="LiveId" clId="{4D93C6E0-C4D4-462C-8453-3585D5A04B05}" dt="2024-06-02T23:45:33.967" v="112" actId="1076"/>
          <ac:picMkLst>
            <pc:docMk/>
            <pc:sldMk cId="2709405493" sldId="310"/>
            <ac:picMk id="6" creationId="{081BF910-3325-66F7-0205-EFCB018B4BEA}"/>
          </ac:picMkLst>
        </pc:picChg>
        <pc:picChg chg="add mod">
          <ac:chgData name="daniel bazan" userId="12ef92c0183a0afd" providerId="LiveId" clId="{4D93C6E0-C4D4-462C-8453-3585D5A04B05}" dt="2024-06-02T23:45:33.967" v="112" actId="1076"/>
          <ac:picMkLst>
            <pc:docMk/>
            <pc:sldMk cId="2709405493" sldId="310"/>
            <ac:picMk id="7" creationId="{3CC0E8B8-B2EE-4280-AB4D-91D0DCB63B8F}"/>
          </ac:picMkLst>
        </pc:picChg>
        <pc:picChg chg="add del mod">
          <ac:chgData name="daniel bazan" userId="12ef92c0183a0afd" providerId="LiveId" clId="{4D93C6E0-C4D4-462C-8453-3585D5A04B05}" dt="2024-06-02T23:44:40.482" v="106" actId="478"/>
          <ac:picMkLst>
            <pc:docMk/>
            <pc:sldMk cId="2709405493" sldId="310"/>
            <ac:picMk id="8" creationId="{2A01034A-521E-1A61-1392-BE9B61B97F63}"/>
          </ac:picMkLst>
        </pc:picChg>
        <pc:picChg chg="del">
          <ac:chgData name="daniel bazan" userId="12ef92c0183a0afd" providerId="LiveId" clId="{4D93C6E0-C4D4-462C-8453-3585D5A04B05}" dt="2024-06-02T23:11:19.615" v="29" actId="478"/>
          <ac:picMkLst>
            <pc:docMk/>
            <pc:sldMk cId="2709405493" sldId="310"/>
            <ac:picMk id="17" creationId="{533B4E79-58E5-D841-9907-EC25D4AF7D1B}"/>
          </ac:picMkLst>
        </pc:picChg>
        <pc:picChg chg="add del mod">
          <ac:chgData name="daniel bazan" userId="12ef92c0183a0afd" providerId="LiveId" clId="{4D93C6E0-C4D4-462C-8453-3585D5A04B05}" dt="2024-06-02T23:19:00.144" v="65" actId="478"/>
          <ac:picMkLst>
            <pc:docMk/>
            <pc:sldMk cId="2709405493" sldId="310"/>
            <ac:picMk id="1026" creationId="{D6368BE7-53A4-086E-4F1F-84D43A0B7A38}"/>
          </ac:picMkLst>
        </pc:picChg>
        <pc:cxnChg chg="mod">
          <ac:chgData name="daniel bazan" userId="12ef92c0183a0afd" providerId="LiveId" clId="{4D93C6E0-C4D4-462C-8453-3585D5A04B05}" dt="2024-06-02T23:44:37.686" v="105"/>
          <ac:cxnSpMkLst>
            <pc:docMk/>
            <pc:sldMk cId="2709405493" sldId="310"/>
            <ac:cxnSpMk id="10" creationId="{74F9A4B1-E34F-8CBF-13E3-F4906FF01C63}"/>
          </ac:cxnSpMkLst>
        </pc:cxnChg>
        <pc:cxnChg chg="mod">
          <ac:chgData name="daniel bazan" userId="12ef92c0183a0afd" providerId="LiveId" clId="{4D93C6E0-C4D4-462C-8453-3585D5A04B05}" dt="2024-06-02T23:44:48.367" v="108" actId="1076"/>
          <ac:cxnSpMkLst>
            <pc:docMk/>
            <pc:sldMk cId="2709405493" sldId="310"/>
            <ac:cxnSpMk id="18" creationId="{EF49C8E0-A850-45F0-7B18-7ECD5E7F053A}"/>
          </ac:cxnSpMkLst>
        </pc:cxnChg>
        <pc:cxnChg chg="mod">
          <ac:chgData name="daniel bazan" userId="12ef92c0183a0afd" providerId="LiveId" clId="{4D93C6E0-C4D4-462C-8453-3585D5A04B05}" dt="2024-06-02T23:44:37.686" v="105"/>
          <ac:cxnSpMkLst>
            <pc:docMk/>
            <pc:sldMk cId="2709405493" sldId="310"/>
            <ac:cxnSpMk id="21" creationId="{19BB59EE-8608-4070-888C-DF93A1954EB2}"/>
          </ac:cxnSpMkLst>
        </pc:cxnChg>
        <pc:cxnChg chg="mod">
          <ac:chgData name="daniel bazan" userId="12ef92c0183a0afd" providerId="LiveId" clId="{4D93C6E0-C4D4-462C-8453-3585D5A04B05}" dt="2024-06-02T23:44:37.686" v="105"/>
          <ac:cxnSpMkLst>
            <pc:docMk/>
            <pc:sldMk cId="2709405493" sldId="310"/>
            <ac:cxnSpMk id="22" creationId="{3245E3DE-F5E7-D545-565E-1705BDF1EBE9}"/>
          </ac:cxnSpMkLst>
        </pc:cxnChg>
        <pc:cxnChg chg="mod">
          <ac:chgData name="daniel bazan" userId="12ef92c0183a0afd" providerId="LiveId" clId="{4D93C6E0-C4D4-462C-8453-3585D5A04B05}" dt="2024-06-02T23:44:37.686" v="105"/>
          <ac:cxnSpMkLst>
            <pc:docMk/>
            <pc:sldMk cId="2709405493" sldId="310"/>
            <ac:cxnSpMk id="23" creationId="{5D4D624B-F573-6A0E-0DD7-51BA873E869F}"/>
          </ac:cxnSpMkLst>
        </pc:cxnChg>
      </pc:sldChg>
      <pc:sldChg chg="del">
        <pc:chgData name="daniel bazan" userId="12ef92c0183a0afd" providerId="LiveId" clId="{4D93C6E0-C4D4-462C-8453-3585D5A04B05}" dt="2024-06-02T23:09:16.439" v="1" actId="47"/>
        <pc:sldMkLst>
          <pc:docMk/>
          <pc:sldMk cId="1330506374" sldId="311"/>
        </pc:sldMkLst>
      </pc:sldChg>
      <pc:sldChg chg="addSp delSp modSp add mod delAnim">
        <pc:chgData name="daniel bazan" userId="12ef92c0183a0afd" providerId="LiveId" clId="{4D93C6E0-C4D4-462C-8453-3585D5A04B05}" dt="2024-06-04T18:15:50.584" v="1311" actId="1076"/>
        <pc:sldMkLst>
          <pc:docMk/>
          <pc:sldMk cId="3720110866" sldId="311"/>
        </pc:sldMkLst>
        <pc:spChg chg="mod">
          <ac:chgData name="daniel bazan" userId="12ef92c0183a0afd" providerId="LiveId" clId="{4D93C6E0-C4D4-462C-8453-3585D5A04B05}" dt="2024-06-02T23:55:48.795" v="164" actId="20577"/>
          <ac:spMkLst>
            <pc:docMk/>
            <pc:sldMk cId="3720110866" sldId="311"/>
            <ac:spMk id="3" creationId="{8E22A00A-B539-95F0-F6CE-A63F4FA8573D}"/>
          </ac:spMkLst>
        </pc:spChg>
        <pc:spChg chg="del mod">
          <ac:chgData name="daniel bazan" userId="12ef92c0183a0afd" providerId="LiveId" clId="{4D93C6E0-C4D4-462C-8453-3585D5A04B05}" dt="2024-06-03T00:10:42.450" v="509" actId="478"/>
          <ac:spMkLst>
            <pc:docMk/>
            <pc:sldMk cId="3720110866" sldId="311"/>
            <ac:spMk id="4" creationId="{195D5176-247A-9F5E-BBF0-9507D749A10C}"/>
          </ac:spMkLst>
        </pc:spChg>
        <pc:spChg chg="mod">
          <ac:chgData name="daniel bazan" userId="12ef92c0183a0afd" providerId="LiveId" clId="{4D93C6E0-C4D4-462C-8453-3585D5A04B05}" dt="2024-06-03T00:06:20.241" v="448" actId="20577"/>
          <ac:spMkLst>
            <pc:docMk/>
            <pc:sldMk cId="3720110866" sldId="311"/>
            <ac:spMk id="5" creationId="{ED691AB3-29D0-7BE9-216C-A5D711A28812}"/>
          </ac:spMkLst>
        </pc:spChg>
        <pc:spChg chg="add mod">
          <ac:chgData name="daniel bazan" userId="12ef92c0183a0afd" providerId="LiveId" clId="{4D93C6E0-C4D4-462C-8453-3585D5A04B05}" dt="2024-06-03T00:41:25.317" v="913" actId="1076"/>
          <ac:spMkLst>
            <pc:docMk/>
            <pc:sldMk cId="3720110866" sldId="311"/>
            <ac:spMk id="8" creationId="{20C17B4F-D6FB-A34C-CC2A-69811F2CB998}"/>
          </ac:spMkLst>
        </pc:spChg>
        <pc:spChg chg="add del">
          <ac:chgData name="daniel bazan" userId="12ef92c0183a0afd" providerId="LiveId" clId="{4D93C6E0-C4D4-462C-8453-3585D5A04B05}" dt="2024-06-03T00:16:34.422" v="640" actId="22"/>
          <ac:spMkLst>
            <pc:docMk/>
            <pc:sldMk cId="3720110866" sldId="311"/>
            <ac:spMk id="14" creationId="{F7E0F1D0-8C91-1F54-271D-9E2316767832}"/>
          </ac:spMkLst>
        </pc:spChg>
        <pc:spChg chg="add mod">
          <ac:chgData name="daniel bazan" userId="12ef92c0183a0afd" providerId="LiveId" clId="{4D93C6E0-C4D4-462C-8453-3585D5A04B05}" dt="2024-06-04T18:12:54.690" v="1293" actId="6549"/>
          <ac:spMkLst>
            <pc:docMk/>
            <pc:sldMk cId="3720110866" sldId="311"/>
            <ac:spMk id="15" creationId="{675C79A3-1C9D-65A0-1624-F88453B73999}"/>
          </ac:spMkLst>
        </pc:spChg>
        <pc:spChg chg="add mod">
          <ac:chgData name="daniel bazan" userId="12ef92c0183a0afd" providerId="LiveId" clId="{4D93C6E0-C4D4-462C-8453-3585D5A04B05}" dt="2024-06-04T18:15:11.029" v="1305" actId="404"/>
          <ac:spMkLst>
            <pc:docMk/>
            <pc:sldMk cId="3720110866" sldId="311"/>
            <ac:spMk id="17" creationId="{941A1451-8504-56C6-1BD1-43171E569E33}"/>
          </ac:spMkLst>
        </pc:spChg>
        <pc:spChg chg="add mod">
          <ac:chgData name="daniel bazan" userId="12ef92c0183a0afd" providerId="LiveId" clId="{4D93C6E0-C4D4-462C-8453-3585D5A04B05}" dt="2024-06-03T00:44:11.887" v="939" actId="164"/>
          <ac:spMkLst>
            <pc:docMk/>
            <pc:sldMk cId="3720110866" sldId="311"/>
            <ac:spMk id="19" creationId="{EE5BAC72-70A4-0F27-DEBF-F532627A673B}"/>
          </ac:spMkLst>
        </pc:spChg>
        <pc:spChg chg="del">
          <ac:chgData name="daniel bazan" userId="12ef92c0183a0afd" providerId="LiveId" clId="{4D93C6E0-C4D4-462C-8453-3585D5A04B05}" dt="2024-06-03T00:02:30.228" v="273" actId="478"/>
          <ac:spMkLst>
            <pc:docMk/>
            <pc:sldMk cId="3720110866" sldId="311"/>
            <ac:spMk id="24" creationId="{06F9F963-1948-2839-58ED-78311C28FEA7}"/>
          </ac:spMkLst>
        </pc:spChg>
        <pc:spChg chg="add mod">
          <ac:chgData name="daniel bazan" userId="12ef92c0183a0afd" providerId="LiveId" clId="{4D93C6E0-C4D4-462C-8453-3585D5A04B05}" dt="2024-06-04T18:15:03.554" v="1304" actId="404"/>
          <ac:spMkLst>
            <pc:docMk/>
            <pc:sldMk cId="3720110866" sldId="311"/>
            <ac:spMk id="25" creationId="{189B4CA6-8898-25ED-7CF3-4BE6438B7F07}"/>
          </ac:spMkLst>
        </pc:spChg>
        <pc:spChg chg="add mod">
          <ac:chgData name="daniel bazan" userId="12ef92c0183a0afd" providerId="LiveId" clId="{4D93C6E0-C4D4-462C-8453-3585D5A04B05}" dt="2024-06-04T18:15:23.464" v="1307" actId="14100"/>
          <ac:spMkLst>
            <pc:docMk/>
            <pc:sldMk cId="3720110866" sldId="311"/>
            <ac:spMk id="26" creationId="{B2BC2DE0-80C5-9800-90F1-E02BC2DA11DC}"/>
          </ac:spMkLst>
        </pc:spChg>
        <pc:spChg chg="mod">
          <ac:chgData name="daniel bazan" userId="12ef92c0183a0afd" providerId="LiveId" clId="{4D93C6E0-C4D4-462C-8453-3585D5A04B05}" dt="2024-06-04T18:14:45.524" v="1302" actId="404"/>
          <ac:spMkLst>
            <pc:docMk/>
            <pc:sldMk cId="3720110866" sldId="311"/>
            <ac:spMk id="29" creationId="{5ABCA006-47F9-DC25-11AC-A2A5ACC26820}"/>
          </ac:spMkLst>
        </pc:spChg>
        <pc:spChg chg="mod">
          <ac:chgData name="daniel bazan" userId="12ef92c0183a0afd" providerId="LiveId" clId="{4D93C6E0-C4D4-462C-8453-3585D5A04B05}" dt="2024-06-03T00:46:23.436" v="969" actId="1076"/>
          <ac:spMkLst>
            <pc:docMk/>
            <pc:sldMk cId="3720110866" sldId="311"/>
            <ac:spMk id="30" creationId="{C388F269-CF39-E905-913F-C61DAF04DECD}"/>
          </ac:spMkLst>
        </pc:spChg>
        <pc:spChg chg="mod">
          <ac:chgData name="daniel bazan" userId="12ef92c0183a0afd" providerId="LiveId" clId="{4D93C6E0-C4D4-462C-8453-3585D5A04B05}" dt="2024-06-04T18:14:56.315" v="1303" actId="404"/>
          <ac:spMkLst>
            <pc:docMk/>
            <pc:sldMk cId="3720110866" sldId="311"/>
            <ac:spMk id="31" creationId="{8A319CE4-5E12-D4A5-4AC0-FCD9691A3439}"/>
          </ac:spMkLst>
        </pc:spChg>
        <pc:spChg chg="mod">
          <ac:chgData name="daniel bazan" userId="12ef92c0183a0afd" providerId="LiveId" clId="{4D93C6E0-C4D4-462C-8453-3585D5A04B05}" dt="2024-06-04T18:15:19.066" v="1306" actId="14100"/>
          <ac:spMkLst>
            <pc:docMk/>
            <pc:sldMk cId="3720110866" sldId="311"/>
            <ac:spMk id="32" creationId="{FB24ADC9-942B-0845-BED5-01416C5D8917}"/>
          </ac:spMkLst>
        </pc:spChg>
        <pc:spChg chg="add mod">
          <ac:chgData name="daniel bazan" userId="12ef92c0183a0afd" providerId="LiveId" clId="{4D93C6E0-C4D4-462C-8453-3585D5A04B05}" dt="2024-06-04T18:15:50.584" v="1311" actId="1076"/>
          <ac:spMkLst>
            <pc:docMk/>
            <pc:sldMk cId="3720110866" sldId="311"/>
            <ac:spMk id="36" creationId="{290093D9-D89B-B935-AAC3-DAF59F5BEE05}"/>
          </ac:spMkLst>
        </pc:spChg>
        <pc:grpChg chg="del">
          <ac:chgData name="daniel bazan" userId="12ef92c0183a0afd" providerId="LiveId" clId="{4D93C6E0-C4D4-462C-8453-3585D5A04B05}" dt="2024-06-03T00:02:28.780" v="272" actId="478"/>
          <ac:grpSpMkLst>
            <pc:docMk/>
            <pc:sldMk cId="3720110866" sldId="311"/>
            <ac:grpSpMk id="9" creationId="{2A91FD4E-FEDB-C6EE-EF7E-18C72115E376}"/>
          </ac:grpSpMkLst>
        </pc:grpChg>
        <pc:grpChg chg="add mod">
          <ac:chgData name="daniel bazan" userId="12ef92c0183a0afd" providerId="LiveId" clId="{4D93C6E0-C4D4-462C-8453-3585D5A04B05}" dt="2024-06-04T18:15:35.885" v="1309" actId="1076"/>
          <ac:grpSpMkLst>
            <pc:docMk/>
            <pc:sldMk cId="3720110866" sldId="311"/>
            <ac:grpSpMk id="27" creationId="{3C99B2FF-E139-697C-A890-4BA8B914AAA1}"/>
          </ac:grpSpMkLst>
        </pc:grpChg>
        <pc:grpChg chg="add mod">
          <ac:chgData name="daniel bazan" userId="12ef92c0183a0afd" providerId="LiveId" clId="{4D93C6E0-C4D4-462C-8453-3585D5A04B05}" dt="2024-06-04T18:15:39.390" v="1310" actId="1076"/>
          <ac:grpSpMkLst>
            <pc:docMk/>
            <pc:sldMk cId="3720110866" sldId="311"/>
            <ac:grpSpMk id="28" creationId="{27EBB0FE-C62E-8D7E-EC6E-24E41192FC35}"/>
          </ac:grpSpMkLst>
        </pc:grpChg>
        <pc:graphicFrameChg chg="add mod modGraphic">
          <ac:chgData name="daniel bazan" userId="12ef92c0183a0afd" providerId="LiveId" clId="{4D93C6E0-C4D4-462C-8453-3585D5A04B05}" dt="2024-06-04T18:12:51.989" v="1291" actId="1076"/>
          <ac:graphicFrameMkLst>
            <pc:docMk/>
            <pc:sldMk cId="3720110866" sldId="311"/>
            <ac:graphicFrameMk id="33" creationId="{0AC415AE-BEEA-F89E-D685-FDB41A717064}"/>
          </ac:graphicFrameMkLst>
        </pc:graphicFrameChg>
        <pc:graphicFrameChg chg="add mod modGraphic">
          <ac:chgData name="daniel bazan" userId="12ef92c0183a0afd" providerId="LiveId" clId="{4D93C6E0-C4D4-462C-8453-3585D5A04B05}" dt="2024-06-04T18:12:37.874" v="1288" actId="1076"/>
          <ac:graphicFrameMkLst>
            <pc:docMk/>
            <pc:sldMk cId="3720110866" sldId="311"/>
            <ac:graphicFrameMk id="34" creationId="{E77C8800-3F4E-9014-D4B1-AA3A2B3E66A2}"/>
          </ac:graphicFrameMkLst>
        </pc:graphicFrameChg>
        <pc:picChg chg="del">
          <ac:chgData name="daniel bazan" userId="12ef92c0183a0afd" providerId="LiveId" clId="{4D93C6E0-C4D4-462C-8453-3585D5A04B05}" dt="2024-06-02T23:59:54.337" v="187" actId="478"/>
          <ac:picMkLst>
            <pc:docMk/>
            <pc:sldMk cId="3720110866" sldId="311"/>
            <ac:picMk id="6" creationId="{081BF910-3325-66F7-0205-EFCB018B4BEA}"/>
          </ac:picMkLst>
        </pc:picChg>
        <pc:picChg chg="del">
          <ac:chgData name="daniel bazan" userId="12ef92c0183a0afd" providerId="LiveId" clId="{4D93C6E0-C4D4-462C-8453-3585D5A04B05}" dt="2024-06-02T23:59:53.702" v="186" actId="478"/>
          <ac:picMkLst>
            <pc:docMk/>
            <pc:sldMk cId="3720110866" sldId="311"/>
            <ac:picMk id="7" creationId="{3CC0E8B8-B2EE-4280-AB4D-91D0DCB63B8F}"/>
          </ac:picMkLst>
        </pc:picChg>
        <pc:cxnChg chg="mod">
          <ac:chgData name="daniel bazan" userId="12ef92c0183a0afd" providerId="LiveId" clId="{4D93C6E0-C4D4-462C-8453-3585D5A04B05}" dt="2024-06-03T00:02:28.780" v="272" actId="478"/>
          <ac:cxnSpMkLst>
            <pc:docMk/>
            <pc:sldMk cId="3720110866" sldId="311"/>
            <ac:cxnSpMk id="10" creationId="{74F9A4B1-E34F-8CBF-13E3-F4906FF01C63}"/>
          </ac:cxnSpMkLst>
        </pc:cxnChg>
      </pc:sldChg>
      <pc:sldChg chg="addSp delSp modSp add mod">
        <pc:chgData name="daniel bazan" userId="12ef92c0183a0afd" providerId="LiveId" clId="{4D93C6E0-C4D4-462C-8453-3585D5A04B05}" dt="2024-06-04T19:55:50.866" v="1860" actId="20577"/>
        <pc:sldMkLst>
          <pc:docMk/>
          <pc:sldMk cId="1713607046" sldId="312"/>
        </pc:sldMkLst>
        <pc:spChg chg="add mod">
          <ac:chgData name="daniel bazan" userId="12ef92c0183a0afd" providerId="LiveId" clId="{4D93C6E0-C4D4-462C-8453-3585D5A04B05}" dt="2024-06-04T19:55:50.866" v="1860" actId="20577"/>
          <ac:spMkLst>
            <pc:docMk/>
            <pc:sldMk cId="1713607046" sldId="312"/>
            <ac:spMk id="4" creationId="{9FECBF37-E6BD-2872-35CC-804C2D3A8134}"/>
          </ac:spMkLst>
        </pc:spChg>
        <pc:spChg chg="del mod">
          <ac:chgData name="daniel bazan" userId="12ef92c0183a0afd" providerId="LiveId" clId="{4D93C6E0-C4D4-462C-8453-3585D5A04B05}" dt="2024-06-03T00:33:02.667" v="862" actId="478"/>
          <ac:spMkLst>
            <pc:docMk/>
            <pc:sldMk cId="1713607046" sldId="312"/>
            <ac:spMk id="5" creationId="{ED691AB3-29D0-7BE9-216C-A5D711A28812}"/>
          </ac:spMkLst>
        </pc:spChg>
        <pc:spChg chg="add mod">
          <ac:chgData name="daniel bazan" userId="12ef92c0183a0afd" providerId="LiveId" clId="{4D93C6E0-C4D4-462C-8453-3585D5A04B05}" dt="2024-06-04T00:27:20.270" v="1260" actId="1076"/>
          <ac:spMkLst>
            <pc:docMk/>
            <pc:sldMk cId="1713607046" sldId="312"/>
            <ac:spMk id="7" creationId="{ECA56FDE-EF8C-3664-31DA-F665BD54B05B}"/>
          </ac:spMkLst>
        </pc:spChg>
        <pc:spChg chg="del mod">
          <ac:chgData name="daniel bazan" userId="12ef92c0183a0afd" providerId="LiveId" clId="{4D93C6E0-C4D4-462C-8453-3585D5A04B05}" dt="2024-06-03T00:19:24.856" v="651"/>
          <ac:spMkLst>
            <pc:docMk/>
            <pc:sldMk cId="1713607046" sldId="312"/>
            <ac:spMk id="8" creationId="{20C17B4F-D6FB-A34C-CC2A-69811F2CB998}"/>
          </ac:spMkLst>
        </pc:spChg>
      </pc:sldChg>
      <pc:sldChg chg="addSp delSp modSp add del mod">
        <pc:chgData name="daniel bazan" userId="12ef92c0183a0afd" providerId="LiveId" clId="{4D93C6E0-C4D4-462C-8453-3585D5A04B05}" dt="2024-06-03T01:01:06.338" v="1168" actId="47"/>
        <pc:sldMkLst>
          <pc:docMk/>
          <pc:sldMk cId="1887178531" sldId="313"/>
        </pc:sldMkLst>
        <pc:spChg chg="add del mod">
          <ac:chgData name="daniel bazan" userId="12ef92c0183a0afd" providerId="LiveId" clId="{4D93C6E0-C4D4-462C-8453-3585D5A04B05}" dt="2024-06-03T00:37:43.176" v="875" actId="21"/>
          <ac:spMkLst>
            <pc:docMk/>
            <pc:sldMk cId="1887178531" sldId="313"/>
            <ac:spMk id="4" creationId="{675C79A3-1C9D-65A0-1624-F88453B73999}"/>
          </ac:spMkLst>
        </pc:spChg>
        <pc:spChg chg="del">
          <ac:chgData name="daniel bazan" userId="12ef92c0183a0afd" providerId="LiveId" clId="{4D93C6E0-C4D4-462C-8453-3585D5A04B05}" dt="2024-06-03T00:22:18.779" v="736" actId="478"/>
          <ac:spMkLst>
            <pc:docMk/>
            <pc:sldMk cId="1887178531" sldId="313"/>
            <ac:spMk id="5" creationId="{ED691AB3-29D0-7BE9-216C-A5D711A28812}"/>
          </ac:spMkLst>
        </pc:spChg>
        <pc:spChg chg="del">
          <ac:chgData name="daniel bazan" userId="12ef92c0183a0afd" providerId="LiveId" clId="{4D93C6E0-C4D4-462C-8453-3585D5A04B05}" dt="2024-06-03T00:20:15.994" v="653" actId="478"/>
          <ac:spMkLst>
            <pc:docMk/>
            <pc:sldMk cId="1887178531" sldId="313"/>
            <ac:spMk id="8" creationId="{20C17B4F-D6FB-A34C-CC2A-69811F2CB998}"/>
          </ac:spMkLst>
        </pc:spChg>
      </pc:sldChg>
      <pc:sldChg chg="addSp delSp modSp add mod">
        <pc:chgData name="daniel bazan" userId="12ef92c0183a0afd" providerId="LiveId" clId="{4D93C6E0-C4D4-462C-8453-3585D5A04B05}" dt="2024-06-07T01:04:30.233" v="2017" actId="207"/>
        <pc:sldMkLst>
          <pc:docMk/>
          <pc:sldMk cId="2493029948" sldId="313"/>
        </pc:sldMkLst>
        <pc:spChg chg="mod">
          <ac:chgData name="daniel bazan" userId="12ef92c0183a0afd" providerId="LiveId" clId="{4D93C6E0-C4D4-462C-8453-3585D5A04B05}" dt="2024-06-04T21:29:26.802" v="1958" actId="12"/>
          <ac:spMkLst>
            <pc:docMk/>
            <pc:sldMk cId="2493029948" sldId="313"/>
            <ac:spMk id="4" creationId="{9FECBF37-E6BD-2872-35CC-804C2D3A8134}"/>
          </ac:spMkLst>
        </pc:spChg>
        <pc:spChg chg="add mod">
          <ac:chgData name="daniel bazan" userId="12ef92c0183a0afd" providerId="LiveId" clId="{4D93C6E0-C4D4-462C-8453-3585D5A04B05}" dt="2024-06-07T01:04:30.233" v="2017" actId="207"/>
          <ac:spMkLst>
            <pc:docMk/>
            <pc:sldMk cId="2493029948" sldId="313"/>
            <ac:spMk id="5" creationId="{DF15EAF5-50A6-436A-0FF8-71919CC3DF0A}"/>
          </ac:spMkLst>
        </pc:spChg>
        <pc:spChg chg="add del mod">
          <ac:chgData name="daniel bazan" userId="12ef92c0183a0afd" providerId="LiveId" clId="{4D93C6E0-C4D4-462C-8453-3585D5A04B05}" dt="2024-06-04T19:27:03.391" v="1624" actId="478"/>
          <ac:spMkLst>
            <pc:docMk/>
            <pc:sldMk cId="2493029948" sldId="313"/>
            <ac:spMk id="7" creationId="{1D544810-B48E-0FBF-2BA2-2865975F5F2E}"/>
          </ac:spMkLst>
        </pc:spChg>
        <pc:spChg chg="add del mod">
          <ac:chgData name="daniel bazan" userId="12ef92c0183a0afd" providerId="LiveId" clId="{4D93C6E0-C4D4-462C-8453-3585D5A04B05}" dt="2024-06-04T18:40:31.824" v="1354" actId="478"/>
          <ac:spMkLst>
            <pc:docMk/>
            <pc:sldMk cId="2493029948" sldId="313"/>
            <ac:spMk id="9" creationId="{29F56367-9B45-49CB-28A8-E231683A974B}"/>
          </ac:spMkLst>
        </pc:spChg>
        <pc:spChg chg="add del mod">
          <ac:chgData name="daniel bazan" userId="12ef92c0183a0afd" providerId="LiveId" clId="{4D93C6E0-C4D4-462C-8453-3585D5A04B05}" dt="2024-06-04T18:46:05.935" v="1474" actId="478"/>
          <ac:spMkLst>
            <pc:docMk/>
            <pc:sldMk cId="2493029948" sldId="313"/>
            <ac:spMk id="11" creationId="{A4A15538-3D94-F3BC-35BB-B3E6C9B2A449}"/>
          </ac:spMkLst>
        </pc:spChg>
        <pc:spChg chg="add mod">
          <ac:chgData name="daniel bazan" userId="12ef92c0183a0afd" providerId="LiveId" clId="{4D93C6E0-C4D4-462C-8453-3585D5A04B05}" dt="2024-06-04T19:27:32.032" v="1630" actId="1076"/>
          <ac:spMkLst>
            <pc:docMk/>
            <pc:sldMk cId="2493029948" sldId="313"/>
            <ac:spMk id="26" creationId="{0896B2CF-7B97-7BC8-44EE-04F7C58E07A0}"/>
          </ac:spMkLst>
        </pc:spChg>
        <pc:spChg chg="add mod">
          <ac:chgData name="daniel bazan" userId="12ef92c0183a0afd" providerId="LiveId" clId="{4D93C6E0-C4D4-462C-8453-3585D5A04B05}" dt="2024-06-04T19:27:37.986" v="1631"/>
          <ac:spMkLst>
            <pc:docMk/>
            <pc:sldMk cId="2493029948" sldId="313"/>
            <ac:spMk id="27" creationId="{906B2422-1144-03BE-D773-16FF13979002}"/>
          </ac:spMkLst>
        </pc:spChg>
        <pc:spChg chg="add del mod">
          <ac:chgData name="daniel bazan" userId="12ef92c0183a0afd" providerId="LiveId" clId="{4D93C6E0-C4D4-462C-8453-3585D5A04B05}" dt="2024-06-04T19:36:03.601" v="1729" actId="478"/>
          <ac:spMkLst>
            <pc:docMk/>
            <pc:sldMk cId="2493029948" sldId="313"/>
            <ac:spMk id="34" creationId="{DA0198A1-B4EA-589A-4A98-8A774A1C770E}"/>
          </ac:spMkLst>
        </pc:spChg>
        <pc:grpChg chg="add del mod">
          <ac:chgData name="daniel bazan" userId="12ef92c0183a0afd" providerId="LiveId" clId="{4D93C6E0-C4D4-462C-8453-3585D5A04B05}" dt="2024-06-04T19:26:24.367" v="1623" actId="478"/>
          <ac:grpSpMkLst>
            <pc:docMk/>
            <pc:sldMk cId="2493029948" sldId="313"/>
            <ac:grpSpMk id="22" creationId="{114DA9BC-C79A-9D6D-A7A7-6EF116CC48E2}"/>
          </ac:grpSpMkLst>
        </pc:grpChg>
        <pc:picChg chg="add del mod">
          <ac:chgData name="daniel bazan" userId="12ef92c0183a0afd" providerId="LiveId" clId="{4D93C6E0-C4D4-462C-8453-3585D5A04B05}" dt="2024-06-04T18:49:54.758" v="1491" actId="478"/>
          <ac:picMkLst>
            <pc:docMk/>
            <pc:sldMk cId="2493029948" sldId="313"/>
            <ac:picMk id="12" creationId="{26468481-9A8A-74F9-8A5B-94303E3ABCE3}"/>
          </ac:picMkLst>
        </pc:picChg>
        <pc:picChg chg="add mod">
          <ac:chgData name="daniel bazan" userId="12ef92c0183a0afd" providerId="LiveId" clId="{4D93C6E0-C4D4-462C-8453-3585D5A04B05}" dt="2024-06-04T18:56:28.901" v="1543" actId="164"/>
          <ac:picMkLst>
            <pc:docMk/>
            <pc:sldMk cId="2493029948" sldId="313"/>
            <ac:picMk id="14" creationId="{F94F17FA-7755-D9DE-D4DE-8C7BF1A6E95F}"/>
          </ac:picMkLst>
        </pc:picChg>
        <pc:picChg chg="add">
          <ac:chgData name="daniel bazan" userId="12ef92c0183a0afd" providerId="LiveId" clId="{4D93C6E0-C4D4-462C-8453-3585D5A04B05}" dt="2024-06-04T18:50:01.623" v="1492"/>
          <ac:picMkLst>
            <pc:docMk/>
            <pc:sldMk cId="2493029948" sldId="313"/>
            <ac:picMk id="15" creationId="{58586360-2E9F-BAC2-FF13-007BD139F5DB}"/>
          </ac:picMkLst>
        </pc:picChg>
        <pc:picChg chg="add del mod modCrop">
          <ac:chgData name="daniel bazan" userId="12ef92c0183a0afd" providerId="LiveId" clId="{4D93C6E0-C4D4-462C-8453-3585D5A04B05}" dt="2024-06-04T18:55:41.367" v="1537" actId="478"/>
          <ac:picMkLst>
            <pc:docMk/>
            <pc:sldMk cId="2493029948" sldId="313"/>
            <ac:picMk id="17" creationId="{046B8D62-F99F-89BB-4E62-65BB1F42D25E}"/>
          </ac:picMkLst>
        </pc:picChg>
        <pc:picChg chg="add del mod">
          <ac:chgData name="daniel bazan" userId="12ef92c0183a0afd" providerId="LiveId" clId="{4D93C6E0-C4D4-462C-8453-3585D5A04B05}" dt="2024-06-04T19:26:22.119" v="1621" actId="478"/>
          <ac:picMkLst>
            <pc:docMk/>
            <pc:sldMk cId="2493029948" sldId="313"/>
            <ac:picMk id="19" creationId="{17987B90-79FE-89BE-4ABB-75E2DAF6619F}"/>
          </ac:picMkLst>
        </pc:picChg>
        <pc:picChg chg="add mod modCrop">
          <ac:chgData name="daniel bazan" userId="12ef92c0183a0afd" providerId="LiveId" clId="{4D93C6E0-C4D4-462C-8453-3585D5A04B05}" dt="2024-06-04T18:56:28.901" v="1543" actId="164"/>
          <ac:picMkLst>
            <pc:docMk/>
            <pc:sldMk cId="2493029948" sldId="313"/>
            <ac:picMk id="21" creationId="{F370DE6F-AE75-077F-6D69-0C886B05A09E}"/>
          </ac:picMkLst>
        </pc:picChg>
        <pc:picChg chg="add del mod">
          <ac:chgData name="daniel bazan" userId="12ef92c0183a0afd" providerId="LiveId" clId="{4D93C6E0-C4D4-462C-8453-3585D5A04B05}" dt="2024-06-04T19:26:19.800" v="1619" actId="478"/>
          <ac:picMkLst>
            <pc:docMk/>
            <pc:sldMk cId="2493029948" sldId="313"/>
            <ac:picMk id="23" creationId="{3EE9AD22-4759-E492-A250-A7AB19864C48}"/>
          </ac:picMkLst>
        </pc:picChg>
        <pc:picChg chg="add del mod">
          <ac:chgData name="daniel bazan" userId="12ef92c0183a0afd" providerId="LiveId" clId="{4D93C6E0-C4D4-462C-8453-3585D5A04B05}" dt="2024-06-04T19:28:03.087" v="1636" actId="478"/>
          <ac:picMkLst>
            <pc:docMk/>
            <pc:sldMk cId="2493029948" sldId="313"/>
            <ac:picMk id="25" creationId="{A817A69B-AED7-36CE-C5FD-6CE2758B32D6}"/>
          </ac:picMkLst>
        </pc:picChg>
        <pc:picChg chg="add del mod">
          <ac:chgData name="daniel bazan" userId="12ef92c0183a0afd" providerId="LiveId" clId="{4D93C6E0-C4D4-462C-8453-3585D5A04B05}" dt="2024-06-04T19:28:00.463" v="1635" actId="478"/>
          <ac:picMkLst>
            <pc:docMk/>
            <pc:sldMk cId="2493029948" sldId="313"/>
            <ac:picMk id="28" creationId="{C5A5D873-F923-7684-02AD-387F18349C09}"/>
          </ac:picMkLst>
        </pc:picChg>
        <pc:picChg chg="add mod">
          <ac:chgData name="daniel bazan" userId="12ef92c0183a0afd" providerId="LiveId" clId="{4D93C6E0-C4D4-462C-8453-3585D5A04B05}" dt="2024-06-04T19:36:14.024" v="1732" actId="1076"/>
          <ac:picMkLst>
            <pc:docMk/>
            <pc:sldMk cId="2493029948" sldId="313"/>
            <ac:picMk id="30" creationId="{A6F224EF-A98E-9AC4-2851-4B8EA835F410}"/>
          </ac:picMkLst>
        </pc:picChg>
        <pc:picChg chg="add mod">
          <ac:chgData name="daniel bazan" userId="12ef92c0183a0afd" providerId="LiveId" clId="{4D93C6E0-C4D4-462C-8453-3585D5A04B05}" dt="2024-06-07T01:04:12.412" v="2015" actId="1076"/>
          <ac:picMkLst>
            <pc:docMk/>
            <pc:sldMk cId="2493029948" sldId="313"/>
            <ac:picMk id="32" creationId="{F5767B2B-7A36-907E-08E0-2EEB1ABC30DC}"/>
          </ac:picMkLst>
        </pc:picChg>
      </pc:sldChg>
      <pc:sldChg chg="del">
        <pc:chgData name="daniel bazan" userId="12ef92c0183a0afd" providerId="LiveId" clId="{4D93C6E0-C4D4-462C-8453-3585D5A04B05}" dt="2024-06-02T23:09:16.439" v="1" actId="47"/>
        <pc:sldMkLst>
          <pc:docMk/>
          <pc:sldMk cId="2595835871" sldId="313"/>
        </pc:sldMkLst>
      </pc:sldChg>
      <pc:sldChg chg="addSp delSp modSp add del mod ord">
        <pc:chgData name="daniel bazan" userId="12ef92c0183a0afd" providerId="LiveId" clId="{4D93C6E0-C4D4-462C-8453-3585D5A04B05}" dt="2024-06-04T21:13:55.568" v="1927" actId="2696"/>
        <pc:sldMkLst>
          <pc:docMk/>
          <pc:sldMk cId="1881991304" sldId="314"/>
        </pc:sldMkLst>
        <pc:spChg chg="mod">
          <ac:chgData name="daniel bazan" userId="12ef92c0183a0afd" providerId="LiveId" clId="{4D93C6E0-C4D4-462C-8453-3585D5A04B05}" dt="2024-06-04T21:13:40.825" v="1926" actId="20577"/>
          <ac:spMkLst>
            <pc:docMk/>
            <pc:sldMk cId="1881991304" sldId="314"/>
            <ac:spMk id="4" creationId="{70DE6C49-725F-C402-9372-3B607BE4F2C2}"/>
          </ac:spMkLst>
        </pc:spChg>
        <pc:spChg chg="add del mod">
          <ac:chgData name="daniel bazan" userId="12ef92c0183a0afd" providerId="LiveId" clId="{4D93C6E0-C4D4-462C-8453-3585D5A04B05}" dt="2024-06-04T21:12:09.828" v="1904" actId="21"/>
          <ac:spMkLst>
            <pc:docMk/>
            <pc:sldMk cId="1881991304" sldId="314"/>
            <ac:spMk id="6" creationId="{4C17F5D0-9015-45B1-6F81-38CC808BDFBE}"/>
          </ac:spMkLst>
        </pc:spChg>
        <pc:spChg chg="add del mod">
          <ac:chgData name="daniel bazan" userId="12ef92c0183a0afd" providerId="LiveId" clId="{4D93C6E0-C4D4-462C-8453-3585D5A04B05}" dt="2024-06-04T21:11:38.935" v="1901" actId="21"/>
          <ac:spMkLst>
            <pc:docMk/>
            <pc:sldMk cId="1881991304" sldId="314"/>
            <ac:spMk id="8" creationId="{E5522162-CE04-EB5B-1AA2-8EBEDCC34102}"/>
          </ac:spMkLst>
        </pc:spChg>
        <pc:spChg chg="del">
          <ac:chgData name="daniel bazan" userId="12ef92c0183a0afd" providerId="LiveId" clId="{4D93C6E0-C4D4-462C-8453-3585D5A04B05}" dt="2024-06-04T18:30:18.199" v="1327" actId="478"/>
          <ac:spMkLst>
            <pc:docMk/>
            <pc:sldMk cId="1881991304" sldId="314"/>
            <ac:spMk id="11" creationId="{927DA55D-86FA-7C96-A0AA-F1917AF140F3}"/>
          </ac:spMkLst>
        </pc:spChg>
        <pc:picChg chg="add mod">
          <ac:chgData name="daniel bazan" userId="12ef92c0183a0afd" providerId="LiveId" clId="{4D93C6E0-C4D4-462C-8453-3585D5A04B05}" dt="2024-06-04T21:12:55.834" v="1922" actId="1076"/>
          <ac:picMkLst>
            <pc:docMk/>
            <pc:sldMk cId="1881991304" sldId="314"/>
            <ac:picMk id="2" creationId="{5ECC8F29-13C3-3CD3-933C-BA929E1E5826}"/>
          </ac:picMkLst>
        </pc:picChg>
        <pc:picChg chg="del">
          <ac:chgData name="daniel bazan" userId="12ef92c0183a0afd" providerId="LiveId" clId="{4D93C6E0-C4D4-462C-8453-3585D5A04B05}" dt="2024-06-04T18:30:11.486" v="1325" actId="478"/>
          <ac:picMkLst>
            <pc:docMk/>
            <pc:sldMk cId="1881991304" sldId="314"/>
            <ac:picMk id="14" creationId="{6DDC6749-67F1-1634-5359-BFF5EA5531C6}"/>
          </ac:picMkLst>
        </pc:picChg>
      </pc:sldChg>
      <pc:sldChg chg="del">
        <pc:chgData name="daniel bazan" userId="12ef92c0183a0afd" providerId="LiveId" clId="{4D93C6E0-C4D4-462C-8453-3585D5A04B05}" dt="2024-06-02T23:09:16.439" v="1" actId="47"/>
        <pc:sldMkLst>
          <pc:docMk/>
          <pc:sldMk cId="3133676036" sldId="314"/>
        </pc:sldMkLst>
      </pc:sldChg>
      <pc:sldChg chg="addSp delSp modSp add mod">
        <pc:chgData name="daniel bazan" userId="12ef92c0183a0afd" providerId="LiveId" clId="{4D93C6E0-C4D4-462C-8453-3585D5A04B05}" dt="2024-06-08T18:49:42.865" v="3000" actId="20577"/>
        <pc:sldMkLst>
          <pc:docMk/>
          <pc:sldMk cId="1316209791" sldId="315"/>
        </pc:sldMkLst>
        <pc:spChg chg="mod">
          <ac:chgData name="daniel bazan" userId="12ef92c0183a0afd" providerId="LiveId" clId="{4D93C6E0-C4D4-462C-8453-3585D5A04B05}" dt="2024-06-08T18:49:42.865" v="3000" actId="20577"/>
          <ac:spMkLst>
            <pc:docMk/>
            <pc:sldMk cId="1316209791" sldId="315"/>
            <ac:spMk id="4" creationId="{70DE6C49-725F-C402-9372-3B607BE4F2C2}"/>
          </ac:spMkLst>
        </pc:spChg>
        <pc:spChg chg="add del mod">
          <ac:chgData name="daniel bazan" userId="12ef92c0183a0afd" providerId="LiveId" clId="{4D93C6E0-C4D4-462C-8453-3585D5A04B05}" dt="2024-06-04T21:18:54.778" v="1932" actId="478"/>
          <ac:spMkLst>
            <pc:docMk/>
            <pc:sldMk cId="1316209791" sldId="315"/>
            <ac:spMk id="6" creationId="{4C17F5D0-9015-45B1-6F81-38CC808BDFBE}"/>
          </ac:spMkLst>
        </pc:spChg>
        <pc:spChg chg="add del mod">
          <ac:chgData name="daniel bazan" userId="12ef92c0183a0afd" providerId="LiveId" clId="{4D93C6E0-C4D4-462C-8453-3585D5A04B05}" dt="2024-06-04T21:18:51.202" v="1931" actId="478"/>
          <ac:spMkLst>
            <pc:docMk/>
            <pc:sldMk cId="1316209791" sldId="315"/>
            <ac:spMk id="8" creationId="{E5522162-CE04-EB5B-1AA2-8EBEDCC34102}"/>
          </ac:spMkLst>
        </pc:spChg>
      </pc:sldChg>
      <pc:sldChg chg="del">
        <pc:chgData name="daniel bazan" userId="12ef92c0183a0afd" providerId="LiveId" clId="{4D93C6E0-C4D4-462C-8453-3585D5A04B05}" dt="2024-06-02T23:09:16.439" v="1" actId="47"/>
        <pc:sldMkLst>
          <pc:docMk/>
          <pc:sldMk cId="2399092327" sldId="315"/>
        </pc:sldMkLst>
      </pc:sldChg>
      <pc:sldChg chg="del">
        <pc:chgData name="daniel bazan" userId="12ef92c0183a0afd" providerId="LiveId" clId="{4D93C6E0-C4D4-462C-8453-3585D5A04B05}" dt="2024-06-02T23:09:16.439" v="1" actId="47"/>
        <pc:sldMkLst>
          <pc:docMk/>
          <pc:sldMk cId="531863624" sldId="316"/>
        </pc:sldMkLst>
      </pc:sldChg>
      <pc:sldChg chg="addSp delSp modSp add del mod ord">
        <pc:chgData name="daniel bazan" userId="12ef92c0183a0afd" providerId="LiveId" clId="{4D93C6E0-C4D4-462C-8453-3585D5A04B05}" dt="2024-06-07T22:12:16.163" v="2639" actId="2696"/>
        <pc:sldMkLst>
          <pc:docMk/>
          <pc:sldMk cId="3777114348" sldId="316"/>
        </pc:sldMkLst>
        <pc:spChg chg="mod">
          <ac:chgData name="daniel bazan" userId="12ef92c0183a0afd" providerId="LiveId" clId="{4D93C6E0-C4D4-462C-8453-3585D5A04B05}" dt="2024-06-07T22:12:10.527" v="2638" actId="6549"/>
          <ac:spMkLst>
            <pc:docMk/>
            <pc:sldMk cId="3777114348" sldId="316"/>
            <ac:spMk id="4" creationId="{9FECBF37-E6BD-2872-35CC-804C2D3A8134}"/>
          </ac:spMkLst>
        </pc:spChg>
        <pc:spChg chg="del mod">
          <ac:chgData name="daniel bazan" userId="12ef92c0183a0afd" providerId="LiveId" clId="{4D93C6E0-C4D4-462C-8453-3585D5A04B05}" dt="2024-06-07T19:53:16.235" v="2130"/>
          <ac:spMkLst>
            <pc:docMk/>
            <pc:sldMk cId="3777114348" sldId="316"/>
            <ac:spMk id="5" creationId="{DF15EAF5-50A6-436A-0FF8-71919CC3DF0A}"/>
          </ac:spMkLst>
        </pc:spChg>
        <pc:spChg chg="del">
          <ac:chgData name="daniel bazan" userId="12ef92c0183a0afd" providerId="LiveId" clId="{4D93C6E0-C4D4-462C-8453-3585D5A04B05}" dt="2024-06-07T19:53:19.056" v="2132" actId="478"/>
          <ac:spMkLst>
            <pc:docMk/>
            <pc:sldMk cId="3777114348" sldId="316"/>
            <ac:spMk id="7" creationId="{1D544810-B48E-0FBF-2BA2-2865975F5F2E}"/>
          </ac:spMkLst>
        </pc:spChg>
        <pc:spChg chg="add del mod">
          <ac:chgData name="daniel bazan" userId="12ef92c0183a0afd" providerId="LiveId" clId="{4D93C6E0-C4D4-462C-8453-3585D5A04B05}" dt="2024-06-07T19:53:21.025" v="2133" actId="478"/>
          <ac:spMkLst>
            <pc:docMk/>
            <pc:sldMk cId="3777114348" sldId="316"/>
            <ac:spMk id="8" creationId="{2516C9E0-9534-3BA0-1FE1-A84BEC38626C}"/>
          </ac:spMkLst>
        </pc:spChg>
        <pc:grpChg chg="del mod">
          <ac:chgData name="daniel bazan" userId="12ef92c0183a0afd" providerId="LiveId" clId="{4D93C6E0-C4D4-462C-8453-3585D5A04B05}" dt="2024-06-07T19:53:22.509" v="2134" actId="478"/>
          <ac:grpSpMkLst>
            <pc:docMk/>
            <pc:sldMk cId="3777114348" sldId="316"/>
            <ac:grpSpMk id="22" creationId="{114DA9BC-C79A-9D6D-A7A7-6EF116CC48E2}"/>
          </ac:grpSpMkLst>
        </pc:grpChg>
        <pc:picChg chg="add del">
          <ac:chgData name="daniel bazan" userId="12ef92c0183a0afd" providerId="LiveId" clId="{4D93C6E0-C4D4-462C-8453-3585D5A04B05}" dt="2024-06-04T19:12:14.840" v="1572" actId="478"/>
          <ac:picMkLst>
            <pc:docMk/>
            <pc:sldMk cId="3777114348" sldId="316"/>
            <ac:picMk id="2" creationId="{D9A12690-4E95-D321-6960-81575E32E620}"/>
          </ac:picMkLst>
        </pc:picChg>
        <pc:picChg chg="add del mod">
          <ac:chgData name="daniel bazan" userId="12ef92c0183a0afd" providerId="LiveId" clId="{4D93C6E0-C4D4-462C-8453-3585D5A04B05}" dt="2024-06-07T19:53:16.235" v="2128" actId="478"/>
          <ac:picMkLst>
            <pc:docMk/>
            <pc:sldMk cId="3777114348" sldId="316"/>
            <ac:picMk id="6" creationId="{0EE2BD77-6D64-6A9A-0F6C-682D2F84272E}"/>
          </ac:picMkLst>
        </pc:picChg>
        <pc:picChg chg="del mod">
          <ac:chgData name="daniel bazan" userId="12ef92c0183a0afd" providerId="LiveId" clId="{4D93C6E0-C4D4-462C-8453-3585D5A04B05}" dt="2024-06-07T19:53:17.028" v="2131" actId="478"/>
          <ac:picMkLst>
            <pc:docMk/>
            <pc:sldMk cId="3777114348" sldId="316"/>
            <ac:picMk id="19" creationId="{17987B90-79FE-89BE-4ABB-75E2DAF6619F}"/>
          </ac:picMkLst>
        </pc:picChg>
        <pc:picChg chg="del mod">
          <ac:chgData name="daniel bazan" userId="12ef92c0183a0afd" providerId="LiveId" clId="{4D93C6E0-C4D4-462C-8453-3585D5A04B05}" dt="2024-06-04T19:11:24.152" v="1570" actId="478"/>
          <ac:picMkLst>
            <pc:docMk/>
            <pc:sldMk cId="3777114348" sldId="316"/>
            <ac:picMk id="23" creationId="{3EE9AD22-4759-E492-A250-A7AB19864C48}"/>
          </ac:picMkLst>
        </pc:picChg>
      </pc:sldChg>
      <pc:sldChg chg="addSp delSp modSp add mod">
        <pc:chgData name="daniel bazan" userId="12ef92c0183a0afd" providerId="LiveId" clId="{4D93C6E0-C4D4-462C-8453-3585D5A04B05}" dt="2024-06-04T21:30:27.043" v="1967" actId="11"/>
        <pc:sldMkLst>
          <pc:docMk/>
          <pc:sldMk cId="420985459" sldId="317"/>
        </pc:sldMkLst>
        <pc:spChg chg="mod">
          <ac:chgData name="daniel bazan" userId="12ef92c0183a0afd" providerId="LiveId" clId="{4D93C6E0-C4D4-462C-8453-3585D5A04B05}" dt="2024-06-04T21:30:05.048" v="1962" actId="12"/>
          <ac:spMkLst>
            <pc:docMk/>
            <pc:sldMk cId="420985459" sldId="317"/>
            <ac:spMk id="4" creationId="{9FECBF37-E6BD-2872-35CC-804C2D3A8134}"/>
          </ac:spMkLst>
        </pc:spChg>
        <pc:spChg chg="mod">
          <ac:chgData name="daniel bazan" userId="12ef92c0183a0afd" providerId="LiveId" clId="{4D93C6E0-C4D4-462C-8453-3585D5A04B05}" dt="2024-06-04T21:30:27.043" v="1967" actId="11"/>
          <ac:spMkLst>
            <pc:docMk/>
            <pc:sldMk cId="420985459" sldId="317"/>
            <ac:spMk id="5" creationId="{DF15EAF5-50A6-436A-0FF8-71919CC3DF0A}"/>
          </ac:spMkLst>
        </pc:spChg>
        <pc:spChg chg="mod">
          <ac:chgData name="daniel bazan" userId="12ef92c0183a0afd" providerId="LiveId" clId="{4D93C6E0-C4D4-462C-8453-3585D5A04B05}" dt="2024-06-04T19:50:17.348" v="1838" actId="1076"/>
          <ac:spMkLst>
            <pc:docMk/>
            <pc:sldMk cId="420985459" sldId="317"/>
            <ac:spMk id="34" creationId="{DA0198A1-B4EA-589A-4A98-8A774A1C770E}"/>
          </ac:spMkLst>
        </pc:spChg>
        <pc:grpChg chg="add mod">
          <ac:chgData name="daniel bazan" userId="12ef92c0183a0afd" providerId="LiveId" clId="{4D93C6E0-C4D4-462C-8453-3585D5A04B05}" dt="2024-06-04T19:50:09.080" v="1836" actId="1076"/>
          <ac:grpSpMkLst>
            <pc:docMk/>
            <pc:sldMk cId="420985459" sldId="317"/>
            <ac:grpSpMk id="11" creationId="{5FA14412-D92E-F2ED-1EB1-C72D08715066}"/>
          </ac:grpSpMkLst>
        </pc:grpChg>
        <pc:picChg chg="add mod">
          <ac:chgData name="daniel bazan" userId="12ef92c0183a0afd" providerId="LiveId" clId="{4D93C6E0-C4D4-462C-8453-3585D5A04B05}" dt="2024-06-04T19:50:25.135" v="1839" actId="1076"/>
          <ac:picMkLst>
            <pc:docMk/>
            <pc:sldMk cId="420985459" sldId="317"/>
            <ac:picMk id="6" creationId="{1BAE2FB6-5B26-CFC4-47F5-0D36E65FA492}"/>
          </ac:picMkLst>
        </pc:picChg>
        <pc:picChg chg="add mod">
          <ac:chgData name="daniel bazan" userId="12ef92c0183a0afd" providerId="LiveId" clId="{4D93C6E0-C4D4-462C-8453-3585D5A04B05}" dt="2024-06-04T19:50:13.353" v="1837" actId="1076"/>
          <ac:picMkLst>
            <pc:docMk/>
            <pc:sldMk cId="420985459" sldId="317"/>
            <ac:picMk id="8" creationId="{08F780C0-7012-6233-D0E0-7246E4482040}"/>
          </ac:picMkLst>
        </pc:picChg>
        <pc:picChg chg="add mod modCrop">
          <ac:chgData name="daniel bazan" userId="12ef92c0183a0afd" providerId="LiveId" clId="{4D93C6E0-C4D4-462C-8453-3585D5A04B05}" dt="2024-06-04T19:48:44.871" v="1830" actId="732"/>
          <ac:picMkLst>
            <pc:docMk/>
            <pc:sldMk cId="420985459" sldId="317"/>
            <ac:picMk id="9" creationId="{329087CE-81FA-1CD3-32B2-8FA745CB9A12}"/>
          </ac:picMkLst>
        </pc:picChg>
        <pc:picChg chg="add mod modCrop">
          <ac:chgData name="daniel bazan" userId="12ef92c0183a0afd" providerId="LiveId" clId="{4D93C6E0-C4D4-462C-8453-3585D5A04B05}" dt="2024-06-04T19:49:38.746" v="1834" actId="732"/>
          <ac:picMkLst>
            <pc:docMk/>
            <pc:sldMk cId="420985459" sldId="317"/>
            <ac:picMk id="10" creationId="{43160D77-5112-E81D-5504-30CFCAC273C1}"/>
          </ac:picMkLst>
        </pc:picChg>
        <pc:picChg chg="mod">
          <ac:chgData name="daniel bazan" userId="12ef92c0183a0afd" providerId="LiveId" clId="{4D93C6E0-C4D4-462C-8453-3585D5A04B05}" dt="2024-06-04T19:45:29.344" v="1805" actId="1076"/>
          <ac:picMkLst>
            <pc:docMk/>
            <pc:sldMk cId="420985459" sldId="317"/>
            <ac:picMk id="30" creationId="{A6F224EF-A98E-9AC4-2851-4B8EA835F410}"/>
          </ac:picMkLst>
        </pc:picChg>
        <pc:picChg chg="del">
          <ac:chgData name="daniel bazan" userId="12ef92c0183a0afd" providerId="LiveId" clId="{4D93C6E0-C4D4-462C-8453-3585D5A04B05}" dt="2024-06-04T19:33:08.880" v="1665" actId="478"/>
          <ac:picMkLst>
            <pc:docMk/>
            <pc:sldMk cId="420985459" sldId="317"/>
            <ac:picMk id="32" creationId="{F5767B2B-7A36-907E-08E0-2EEB1ABC30DC}"/>
          </ac:picMkLst>
        </pc:picChg>
      </pc:sldChg>
      <pc:sldChg chg="delSp modSp add mod">
        <pc:chgData name="daniel bazan" userId="12ef92c0183a0afd" providerId="LiveId" clId="{4D93C6E0-C4D4-462C-8453-3585D5A04B05}" dt="2024-06-08T18:56:26.510" v="3069"/>
        <pc:sldMkLst>
          <pc:docMk/>
          <pc:sldMk cId="2853631781" sldId="318"/>
        </pc:sldMkLst>
        <pc:spChg chg="del mod">
          <ac:chgData name="daniel bazan" userId="12ef92c0183a0afd" providerId="LiveId" clId="{4D93C6E0-C4D4-462C-8453-3585D5A04B05}" dt="2024-06-04T21:18:41.050" v="1930" actId="478"/>
          <ac:spMkLst>
            <pc:docMk/>
            <pc:sldMk cId="2853631781" sldId="318"/>
            <ac:spMk id="4" creationId="{70DE6C49-725F-C402-9372-3B607BE4F2C2}"/>
          </ac:spMkLst>
        </pc:spChg>
        <pc:spChg chg="del mod">
          <ac:chgData name="daniel bazan" userId="12ef92c0183a0afd" providerId="LiveId" clId="{4D93C6E0-C4D4-462C-8453-3585D5A04B05}" dt="2024-06-08T18:51:14.436" v="3003" actId="478"/>
          <ac:spMkLst>
            <pc:docMk/>
            <pc:sldMk cId="2853631781" sldId="318"/>
            <ac:spMk id="6" creationId="{4C17F5D0-9015-45B1-6F81-38CC808BDFBE}"/>
          </ac:spMkLst>
        </pc:spChg>
        <pc:spChg chg="mod">
          <ac:chgData name="daniel bazan" userId="12ef92c0183a0afd" providerId="LiveId" clId="{4D93C6E0-C4D4-462C-8453-3585D5A04B05}" dt="2024-06-08T18:56:26.510" v="3069"/>
          <ac:spMkLst>
            <pc:docMk/>
            <pc:sldMk cId="2853631781" sldId="318"/>
            <ac:spMk id="8" creationId="{E5522162-CE04-EB5B-1AA2-8EBEDCC34102}"/>
          </ac:spMkLst>
        </pc:spChg>
      </pc:sldChg>
      <pc:sldChg chg="addSp delSp modSp add mod">
        <pc:chgData name="daniel bazan" userId="12ef92c0183a0afd" providerId="LiveId" clId="{4D93C6E0-C4D4-462C-8453-3585D5A04B05}" dt="2024-06-07T01:05:30.399" v="2028" actId="1440"/>
        <pc:sldMkLst>
          <pc:docMk/>
          <pc:sldMk cId="2897402428" sldId="319"/>
        </pc:sldMkLst>
        <pc:spChg chg="mod">
          <ac:chgData name="daniel bazan" userId="12ef92c0183a0afd" providerId="LiveId" clId="{4D93C6E0-C4D4-462C-8453-3585D5A04B05}" dt="2024-06-04T21:31:31.252" v="1981" actId="6549"/>
          <ac:spMkLst>
            <pc:docMk/>
            <pc:sldMk cId="2897402428" sldId="319"/>
            <ac:spMk id="5" creationId="{DF15EAF5-50A6-436A-0FF8-71919CC3DF0A}"/>
          </ac:spMkLst>
        </pc:spChg>
        <pc:spChg chg="add del mod">
          <ac:chgData name="daniel bazan" userId="12ef92c0183a0afd" providerId="LiveId" clId="{4D93C6E0-C4D4-462C-8453-3585D5A04B05}" dt="2024-06-04T21:31:35.554" v="1984" actId="478"/>
          <ac:spMkLst>
            <pc:docMk/>
            <pc:sldMk cId="2897402428" sldId="319"/>
            <ac:spMk id="34" creationId="{DA0198A1-B4EA-589A-4A98-8A774A1C770E}"/>
          </ac:spMkLst>
        </pc:spChg>
        <pc:grpChg chg="add del">
          <ac:chgData name="daniel bazan" userId="12ef92c0183a0afd" providerId="LiveId" clId="{4D93C6E0-C4D4-462C-8453-3585D5A04B05}" dt="2024-06-04T21:31:36.257" v="1985" actId="478"/>
          <ac:grpSpMkLst>
            <pc:docMk/>
            <pc:sldMk cId="2897402428" sldId="319"/>
            <ac:grpSpMk id="11" creationId="{5FA14412-D92E-F2ED-1EB1-C72D08715066}"/>
          </ac:grpSpMkLst>
        </pc:grpChg>
        <pc:picChg chg="add mod">
          <ac:chgData name="daniel bazan" userId="12ef92c0183a0afd" providerId="LiveId" clId="{4D93C6E0-C4D4-462C-8453-3585D5A04B05}" dt="2024-06-07T01:05:26.253" v="2026" actId="1440"/>
          <ac:picMkLst>
            <pc:docMk/>
            <pc:sldMk cId="2897402428" sldId="319"/>
            <ac:picMk id="2" creationId="{F74C6B77-0DAB-55AB-C6CB-A3823374DF13}"/>
          </ac:picMkLst>
        </pc:picChg>
        <pc:picChg chg="add del">
          <ac:chgData name="daniel bazan" userId="12ef92c0183a0afd" providerId="LiveId" clId="{4D93C6E0-C4D4-462C-8453-3585D5A04B05}" dt="2024-06-04T21:31:33.459" v="1983" actId="478"/>
          <ac:picMkLst>
            <pc:docMk/>
            <pc:sldMk cId="2897402428" sldId="319"/>
            <ac:picMk id="6" creationId="{1BAE2FB6-5B26-CFC4-47F5-0D36E65FA492}"/>
          </ac:picMkLst>
        </pc:picChg>
        <pc:picChg chg="add mod modCrop">
          <ac:chgData name="daniel bazan" userId="12ef92c0183a0afd" providerId="LiveId" clId="{4D93C6E0-C4D4-462C-8453-3585D5A04B05}" dt="2024-06-07T01:05:28.168" v="2027" actId="1440"/>
          <ac:picMkLst>
            <pc:docMk/>
            <pc:sldMk cId="2897402428" sldId="319"/>
            <ac:picMk id="7" creationId="{0ECE9276-6178-84B8-54D2-F7BA4FE56988}"/>
          </ac:picMkLst>
        </pc:picChg>
        <pc:picChg chg="del">
          <ac:chgData name="daniel bazan" userId="12ef92c0183a0afd" providerId="LiveId" clId="{4D93C6E0-C4D4-462C-8453-3585D5A04B05}" dt="2024-06-04T21:31:37.522" v="1986" actId="478"/>
          <ac:picMkLst>
            <pc:docMk/>
            <pc:sldMk cId="2897402428" sldId="319"/>
            <ac:picMk id="8" creationId="{08F780C0-7012-6233-D0E0-7246E4482040}"/>
          </ac:picMkLst>
        </pc:picChg>
        <pc:picChg chg="add mod">
          <ac:chgData name="daniel bazan" userId="12ef92c0183a0afd" providerId="LiveId" clId="{4D93C6E0-C4D4-462C-8453-3585D5A04B05}" dt="2024-06-07T01:05:30.399" v="2028" actId="1440"/>
          <ac:picMkLst>
            <pc:docMk/>
            <pc:sldMk cId="2897402428" sldId="319"/>
            <ac:picMk id="12" creationId="{2320BE55-F163-D39F-C762-13B026B54C9D}"/>
          </ac:picMkLst>
        </pc:picChg>
        <pc:picChg chg="del">
          <ac:chgData name="daniel bazan" userId="12ef92c0183a0afd" providerId="LiveId" clId="{4D93C6E0-C4D4-462C-8453-3585D5A04B05}" dt="2024-06-04T21:31:32.466" v="1982" actId="478"/>
          <ac:picMkLst>
            <pc:docMk/>
            <pc:sldMk cId="2897402428" sldId="319"/>
            <ac:picMk id="30" creationId="{A6F224EF-A98E-9AC4-2851-4B8EA835F410}"/>
          </ac:picMkLst>
        </pc:picChg>
      </pc:sldChg>
      <pc:sldChg chg="addSp delSp modSp add mod">
        <pc:chgData name="daniel bazan" userId="12ef92c0183a0afd" providerId="LiveId" clId="{4D93C6E0-C4D4-462C-8453-3585D5A04B05}" dt="2024-06-07T19:57:11.319" v="2173" actId="179"/>
        <pc:sldMkLst>
          <pc:docMk/>
          <pc:sldMk cId="643147849" sldId="320"/>
        </pc:sldMkLst>
        <pc:spChg chg="mod">
          <ac:chgData name="daniel bazan" userId="12ef92c0183a0afd" providerId="LiveId" clId="{4D93C6E0-C4D4-462C-8453-3585D5A04B05}" dt="2024-06-07T19:57:11.319" v="2173" actId="179"/>
          <ac:spMkLst>
            <pc:docMk/>
            <pc:sldMk cId="643147849" sldId="320"/>
            <ac:spMk id="5" creationId="{DF15EAF5-50A6-436A-0FF8-71919CC3DF0A}"/>
          </ac:spMkLst>
        </pc:spChg>
        <pc:spChg chg="del">
          <ac:chgData name="daniel bazan" userId="12ef92c0183a0afd" providerId="LiveId" clId="{4D93C6E0-C4D4-462C-8453-3585D5A04B05}" dt="2024-06-07T01:56:11.478" v="2033" actId="478"/>
          <ac:spMkLst>
            <pc:docMk/>
            <pc:sldMk cId="643147849" sldId="320"/>
            <ac:spMk id="7" creationId="{1D544810-B48E-0FBF-2BA2-2865975F5F2E}"/>
          </ac:spMkLst>
        </pc:spChg>
        <pc:spChg chg="del">
          <ac:chgData name="daniel bazan" userId="12ef92c0183a0afd" providerId="LiveId" clId="{4D93C6E0-C4D4-462C-8453-3585D5A04B05}" dt="2024-06-07T01:56:12.449" v="2034" actId="478"/>
          <ac:spMkLst>
            <pc:docMk/>
            <pc:sldMk cId="643147849" sldId="320"/>
            <ac:spMk id="8" creationId="{2516C9E0-9534-3BA0-1FE1-A84BEC38626C}"/>
          </ac:spMkLst>
        </pc:spChg>
        <pc:spChg chg="add del mod">
          <ac:chgData name="daniel bazan" userId="12ef92c0183a0afd" providerId="LiveId" clId="{4D93C6E0-C4D4-462C-8453-3585D5A04B05}" dt="2024-06-07T19:20:51.589" v="2070" actId="478"/>
          <ac:spMkLst>
            <pc:docMk/>
            <pc:sldMk cId="643147849" sldId="320"/>
            <ac:spMk id="9" creationId="{2EA7070D-33D0-9AA3-001E-2B3560A62234}"/>
          </ac:spMkLst>
        </pc:spChg>
        <pc:grpChg chg="del">
          <ac:chgData name="daniel bazan" userId="12ef92c0183a0afd" providerId="LiveId" clId="{4D93C6E0-C4D4-462C-8453-3585D5A04B05}" dt="2024-06-07T01:56:13.367" v="2035" actId="478"/>
          <ac:grpSpMkLst>
            <pc:docMk/>
            <pc:sldMk cId="643147849" sldId="320"/>
            <ac:grpSpMk id="22" creationId="{114DA9BC-C79A-9D6D-A7A7-6EF116CC48E2}"/>
          </ac:grpSpMkLst>
        </pc:grpChg>
        <pc:picChg chg="del">
          <ac:chgData name="daniel bazan" userId="12ef92c0183a0afd" providerId="LiveId" clId="{4D93C6E0-C4D4-462C-8453-3585D5A04B05}" dt="2024-06-07T01:56:02.085" v="2031" actId="478"/>
          <ac:picMkLst>
            <pc:docMk/>
            <pc:sldMk cId="643147849" sldId="320"/>
            <ac:picMk id="6" creationId="{0EE2BD77-6D64-6A9A-0F6C-682D2F84272E}"/>
          </ac:picMkLst>
        </pc:picChg>
        <pc:picChg chg="del">
          <ac:chgData name="daniel bazan" userId="12ef92c0183a0afd" providerId="LiveId" clId="{4D93C6E0-C4D4-462C-8453-3585D5A04B05}" dt="2024-06-07T01:56:01.002" v="2030" actId="478"/>
          <ac:picMkLst>
            <pc:docMk/>
            <pc:sldMk cId="643147849" sldId="320"/>
            <ac:picMk id="19" creationId="{17987B90-79FE-89BE-4ABB-75E2DAF6619F}"/>
          </ac:picMkLst>
        </pc:picChg>
        <pc:picChg chg="add mod">
          <ac:chgData name="daniel bazan" userId="12ef92c0183a0afd" providerId="LiveId" clId="{4D93C6E0-C4D4-462C-8453-3585D5A04B05}" dt="2024-06-07T19:32:51.856" v="2110" actId="1440"/>
          <ac:picMkLst>
            <pc:docMk/>
            <pc:sldMk cId="643147849" sldId="320"/>
            <ac:picMk id="1026" creationId="{7776773D-E391-882A-4AFC-25B5589618BE}"/>
          </ac:picMkLst>
        </pc:picChg>
      </pc:sldChg>
      <pc:sldChg chg="new del">
        <pc:chgData name="daniel bazan" userId="12ef92c0183a0afd" providerId="LiveId" clId="{4D93C6E0-C4D4-462C-8453-3585D5A04B05}" dt="2024-06-07T01:05:03.189" v="2021" actId="680"/>
        <pc:sldMkLst>
          <pc:docMk/>
          <pc:sldMk cId="2031547501" sldId="320"/>
        </pc:sldMkLst>
      </pc:sldChg>
      <pc:sldChg chg="addSp delSp modSp add mod ord">
        <pc:chgData name="daniel bazan" userId="12ef92c0183a0afd" providerId="LiveId" clId="{4D93C6E0-C4D4-462C-8453-3585D5A04B05}" dt="2024-06-07T22:09:18.162" v="2637" actId="1076"/>
        <pc:sldMkLst>
          <pc:docMk/>
          <pc:sldMk cId="2657346633" sldId="321"/>
        </pc:sldMkLst>
        <pc:spChg chg="del mod">
          <ac:chgData name="daniel bazan" userId="12ef92c0183a0afd" providerId="LiveId" clId="{4D93C6E0-C4D4-462C-8453-3585D5A04B05}" dt="2024-06-07T21:58:31.656" v="2390" actId="478"/>
          <ac:spMkLst>
            <pc:docMk/>
            <pc:sldMk cId="2657346633" sldId="321"/>
            <ac:spMk id="5" creationId="{DF15EAF5-50A6-436A-0FF8-71919CC3DF0A}"/>
          </ac:spMkLst>
        </pc:spChg>
        <pc:spChg chg="add del">
          <ac:chgData name="daniel bazan" userId="12ef92c0183a0afd" providerId="LiveId" clId="{4D93C6E0-C4D4-462C-8453-3585D5A04B05}" dt="2024-06-07T19:23:07.160" v="2075" actId="22"/>
          <ac:spMkLst>
            <pc:docMk/>
            <pc:sldMk cId="2657346633" sldId="321"/>
            <ac:spMk id="6" creationId="{3CCBE300-C46F-CCA2-4780-A8503803664E}"/>
          </ac:spMkLst>
        </pc:spChg>
        <pc:spChg chg="add del mod">
          <ac:chgData name="daniel bazan" userId="12ef92c0183a0afd" providerId="LiveId" clId="{4D93C6E0-C4D4-462C-8453-3585D5A04B05}" dt="2024-06-07T20:41:52.345" v="2261" actId="478"/>
          <ac:spMkLst>
            <pc:docMk/>
            <pc:sldMk cId="2657346633" sldId="321"/>
            <ac:spMk id="8" creationId="{6C22FB7D-AF88-9C5E-5282-69B5C5BEA473}"/>
          </ac:spMkLst>
        </pc:spChg>
        <pc:spChg chg="add mod">
          <ac:chgData name="daniel bazan" userId="12ef92c0183a0afd" providerId="LiveId" clId="{4D93C6E0-C4D4-462C-8453-3585D5A04B05}" dt="2024-06-07T22:00:01.670" v="2494" actId="1076"/>
          <ac:spMkLst>
            <pc:docMk/>
            <pc:sldMk cId="2657346633" sldId="321"/>
            <ac:spMk id="10" creationId="{0341BA6E-B1BB-AFEF-C66E-8E5E84A0EF8C}"/>
          </ac:spMkLst>
        </pc:spChg>
        <pc:spChg chg="add del mod">
          <ac:chgData name="daniel bazan" userId="12ef92c0183a0afd" providerId="LiveId" clId="{4D93C6E0-C4D4-462C-8453-3585D5A04B05}" dt="2024-06-07T21:58:33.515" v="2391" actId="478"/>
          <ac:spMkLst>
            <pc:docMk/>
            <pc:sldMk cId="2657346633" sldId="321"/>
            <ac:spMk id="12" creationId="{62C387DD-4DD0-C6D0-2499-F1E3F5A0223B}"/>
          </ac:spMkLst>
        </pc:spChg>
        <pc:spChg chg="add del mod">
          <ac:chgData name="daniel bazan" userId="12ef92c0183a0afd" providerId="LiveId" clId="{4D93C6E0-C4D4-462C-8453-3585D5A04B05}" dt="2024-06-07T21:58:24.573" v="2389" actId="478"/>
          <ac:spMkLst>
            <pc:docMk/>
            <pc:sldMk cId="2657346633" sldId="321"/>
            <ac:spMk id="14" creationId="{51D9D51B-8F5E-1062-F112-910472849FE8}"/>
          </ac:spMkLst>
        </pc:spChg>
        <pc:spChg chg="add mod">
          <ac:chgData name="daniel bazan" userId="12ef92c0183a0afd" providerId="LiveId" clId="{4D93C6E0-C4D4-462C-8453-3585D5A04B05}" dt="2024-06-07T22:06:36.841" v="2507" actId="1076"/>
          <ac:spMkLst>
            <pc:docMk/>
            <pc:sldMk cId="2657346633" sldId="321"/>
            <ac:spMk id="16" creationId="{51D1CB73-E6A5-770B-EC87-9890FE3FE780}"/>
          </ac:spMkLst>
        </pc:spChg>
        <pc:spChg chg="add mod">
          <ac:chgData name="daniel bazan" userId="12ef92c0183a0afd" providerId="LiveId" clId="{4D93C6E0-C4D4-462C-8453-3585D5A04B05}" dt="2024-06-07T22:09:18.162" v="2637" actId="1076"/>
          <ac:spMkLst>
            <pc:docMk/>
            <pc:sldMk cId="2657346633" sldId="321"/>
            <ac:spMk id="19" creationId="{4E204A7E-2594-7DE8-2320-2EE7DE9BED2B}"/>
          </ac:spMkLst>
        </pc:spChg>
        <pc:picChg chg="add mod">
          <ac:chgData name="daniel bazan" userId="12ef92c0183a0afd" providerId="LiveId" clId="{4D93C6E0-C4D4-462C-8453-3585D5A04B05}" dt="2024-06-07T22:07:16.660" v="2511" actId="1076"/>
          <ac:picMkLst>
            <pc:docMk/>
            <pc:sldMk cId="2657346633" sldId="321"/>
            <ac:picMk id="18" creationId="{F18351F9-E629-C12C-6F2C-3ABEFFCA27C9}"/>
          </ac:picMkLst>
        </pc:picChg>
        <pc:picChg chg="add mod">
          <ac:chgData name="daniel bazan" userId="12ef92c0183a0afd" providerId="LiveId" clId="{4D93C6E0-C4D4-462C-8453-3585D5A04B05}" dt="2024-06-07T19:48:43.595" v="2125" actId="14100"/>
          <ac:picMkLst>
            <pc:docMk/>
            <pc:sldMk cId="2657346633" sldId="321"/>
            <ac:picMk id="2050" creationId="{9DD663F6-073F-AA1D-EBCC-43BA711BC5AF}"/>
          </ac:picMkLst>
        </pc:picChg>
      </pc:sldChg>
      <pc:sldChg chg="add">
        <pc:chgData name="daniel bazan" userId="12ef92c0183a0afd" providerId="LiveId" clId="{4D93C6E0-C4D4-462C-8453-3585D5A04B05}" dt="2024-06-07T19:52:57.247" v="2126" actId="2890"/>
        <pc:sldMkLst>
          <pc:docMk/>
          <pc:sldMk cId="2446416648" sldId="322"/>
        </pc:sldMkLst>
      </pc:sldChg>
      <pc:sldChg chg="addSp delSp modSp add mod modAnim">
        <pc:chgData name="daniel bazan" userId="12ef92c0183a0afd" providerId="LiveId" clId="{4D93C6E0-C4D4-462C-8453-3585D5A04B05}" dt="2024-06-08T18:41:45.753" v="2988"/>
        <pc:sldMkLst>
          <pc:docMk/>
          <pc:sldMk cId="482326458" sldId="323"/>
        </pc:sldMkLst>
        <pc:spChg chg="mod">
          <ac:chgData name="daniel bazan" userId="12ef92c0183a0afd" providerId="LiveId" clId="{4D93C6E0-C4D4-462C-8453-3585D5A04B05}" dt="2024-06-07T20:45:44.191" v="2298" actId="207"/>
          <ac:spMkLst>
            <pc:docMk/>
            <pc:sldMk cId="482326458" sldId="323"/>
            <ac:spMk id="5" creationId="{DF15EAF5-50A6-436A-0FF8-71919CC3DF0A}"/>
          </ac:spMkLst>
        </pc:spChg>
        <pc:spChg chg="del">
          <ac:chgData name="daniel bazan" userId="12ef92c0183a0afd" providerId="LiveId" clId="{4D93C6E0-C4D4-462C-8453-3585D5A04B05}" dt="2024-06-07T19:57:26.327" v="2175" actId="478"/>
          <ac:spMkLst>
            <pc:docMk/>
            <pc:sldMk cId="482326458" sldId="323"/>
            <ac:spMk id="7" creationId="{1D544810-B48E-0FBF-2BA2-2865975F5F2E}"/>
          </ac:spMkLst>
        </pc:spChg>
        <pc:spChg chg="del mod">
          <ac:chgData name="daniel bazan" userId="12ef92c0183a0afd" providerId="LiveId" clId="{4D93C6E0-C4D4-462C-8453-3585D5A04B05}" dt="2024-06-07T19:57:29.554" v="2179" actId="478"/>
          <ac:spMkLst>
            <pc:docMk/>
            <pc:sldMk cId="482326458" sldId="323"/>
            <ac:spMk id="8" creationId="{2516C9E0-9534-3BA0-1FE1-A84BEC38626C}"/>
          </ac:spMkLst>
        </pc:spChg>
        <pc:spChg chg="add del">
          <ac:chgData name="daniel bazan" userId="12ef92c0183a0afd" providerId="LiveId" clId="{4D93C6E0-C4D4-462C-8453-3585D5A04B05}" dt="2024-06-07T20:13:17.962" v="2204" actId="22"/>
          <ac:spMkLst>
            <pc:docMk/>
            <pc:sldMk cId="482326458" sldId="323"/>
            <ac:spMk id="9" creationId="{1FDF18D8-4E51-AF16-A64A-C44A51CCA18A}"/>
          </ac:spMkLst>
        </pc:spChg>
        <pc:spChg chg="add mod">
          <ac:chgData name="daniel bazan" userId="12ef92c0183a0afd" providerId="LiveId" clId="{4D93C6E0-C4D4-462C-8453-3585D5A04B05}" dt="2024-06-07T20:21:55.980" v="2232" actId="14100"/>
          <ac:spMkLst>
            <pc:docMk/>
            <pc:sldMk cId="482326458" sldId="323"/>
            <ac:spMk id="17" creationId="{1049778D-3F3A-B70F-7478-79AD10FFBAC8}"/>
          </ac:spMkLst>
        </pc:spChg>
        <pc:spChg chg="add mod">
          <ac:chgData name="daniel bazan" userId="12ef92c0183a0afd" providerId="LiveId" clId="{4D93C6E0-C4D4-462C-8453-3585D5A04B05}" dt="2024-06-07T20:43:56.927" v="2276" actId="1076"/>
          <ac:spMkLst>
            <pc:docMk/>
            <pc:sldMk cId="482326458" sldId="323"/>
            <ac:spMk id="18" creationId="{01E4ECDA-3F10-8F29-6C73-D52F28C507B2}"/>
          </ac:spMkLst>
        </pc:spChg>
        <pc:spChg chg="add mod">
          <ac:chgData name="daniel bazan" userId="12ef92c0183a0afd" providerId="LiveId" clId="{4D93C6E0-C4D4-462C-8453-3585D5A04B05}" dt="2024-06-07T20:44:50.521" v="2295" actId="13822"/>
          <ac:spMkLst>
            <pc:docMk/>
            <pc:sldMk cId="482326458" sldId="323"/>
            <ac:spMk id="23" creationId="{3D99EF6C-FD83-B3F9-8D28-B79F075CE107}"/>
          </ac:spMkLst>
        </pc:spChg>
        <pc:grpChg chg="del">
          <ac:chgData name="daniel bazan" userId="12ef92c0183a0afd" providerId="LiveId" clId="{4D93C6E0-C4D4-462C-8453-3585D5A04B05}" dt="2024-06-07T19:57:30.842" v="2180" actId="478"/>
          <ac:grpSpMkLst>
            <pc:docMk/>
            <pc:sldMk cId="482326458" sldId="323"/>
            <ac:grpSpMk id="22" creationId="{114DA9BC-C79A-9D6D-A7A7-6EF116CC48E2}"/>
          </ac:grpSpMkLst>
        </pc:grpChg>
        <pc:picChg chg="del">
          <ac:chgData name="daniel bazan" userId="12ef92c0183a0afd" providerId="LiveId" clId="{4D93C6E0-C4D4-462C-8453-3585D5A04B05}" dt="2024-06-07T19:57:27.046" v="2176" actId="478"/>
          <ac:picMkLst>
            <pc:docMk/>
            <pc:sldMk cId="482326458" sldId="323"/>
            <ac:picMk id="6" creationId="{0EE2BD77-6D64-6A9A-0F6C-682D2F84272E}"/>
          </ac:picMkLst>
        </pc:picChg>
        <pc:picChg chg="add mod">
          <ac:chgData name="daniel bazan" userId="12ef92c0183a0afd" providerId="LiveId" clId="{4D93C6E0-C4D4-462C-8453-3585D5A04B05}" dt="2024-06-07T20:43:27.498" v="2270" actId="14100"/>
          <ac:picMkLst>
            <pc:docMk/>
            <pc:sldMk cId="482326458" sldId="323"/>
            <ac:picMk id="11" creationId="{8AA8E568-7077-F313-E779-5CFC6C6D1C58}"/>
          </ac:picMkLst>
        </pc:picChg>
        <pc:picChg chg="add del mod">
          <ac:chgData name="daniel bazan" userId="12ef92c0183a0afd" providerId="LiveId" clId="{4D93C6E0-C4D4-462C-8453-3585D5A04B05}" dt="2024-06-07T20:14:37.903" v="2211" actId="478"/>
          <ac:picMkLst>
            <pc:docMk/>
            <pc:sldMk cId="482326458" sldId="323"/>
            <ac:picMk id="13" creationId="{9A4A9C08-5A9D-94CB-2335-C97674053DC3}"/>
          </ac:picMkLst>
        </pc:picChg>
        <pc:picChg chg="add mod">
          <ac:chgData name="daniel bazan" userId="12ef92c0183a0afd" providerId="LiveId" clId="{4D93C6E0-C4D4-462C-8453-3585D5A04B05}" dt="2024-06-07T20:43:46.275" v="2273" actId="14100"/>
          <ac:picMkLst>
            <pc:docMk/>
            <pc:sldMk cId="482326458" sldId="323"/>
            <ac:picMk id="15" creationId="{E6D9663F-4459-6229-46A0-4CEEA3FFDF11}"/>
          </ac:picMkLst>
        </pc:picChg>
        <pc:picChg chg="del">
          <ac:chgData name="daniel bazan" userId="12ef92c0183a0afd" providerId="LiveId" clId="{4D93C6E0-C4D4-462C-8453-3585D5A04B05}" dt="2024-06-07T19:57:27.655" v="2177" actId="478"/>
          <ac:picMkLst>
            <pc:docMk/>
            <pc:sldMk cId="482326458" sldId="323"/>
            <ac:picMk id="19" creationId="{17987B90-79FE-89BE-4ABB-75E2DAF6619F}"/>
          </ac:picMkLst>
        </pc:picChg>
      </pc:sldChg>
      <pc:sldChg chg="modSp add mod ord">
        <pc:chgData name="daniel bazan" userId="12ef92c0183a0afd" providerId="LiveId" clId="{4D93C6E0-C4D4-462C-8453-3585D5A04B05}" dt="2024-06-07T21:56:57.485" v="2388"/>
        <pc:sldMkLst>
          <pc:docMk/>
          <pc:sldMk cId="1874129601" sldId="324"/>
        </pc:sldMkLst>
        <pc:spChg chg="mod">
          <ac:chgData name="daniel bazan" userId="12ef92c0183a0afd" providerId="LiveId" clId="{4D93C6E0-C4D4-462C-8453-3585D5A04B05}" dt="2024-06-07T21:56:51.255" v="2386" actId="1076"/>
          <ac:spMkLst>
            <pc:docMk/>
            <pc:sldMk cId="1874129601" sldId="324"/>
            <ac:spMk id="14" creationId="{51D9D51B-8F5E-1062-F112-910472849FE8}"/>
          </ac:spMkLst>
        </pc:spChg>
      </pc:sldChg>
      <pc:sldChg chg="addSp delSp modSp add mod">
        <pc:chgData name="daniel bazan" userId="12ef92c0183a0afd" providerId="LiveId" clId="{4D93C6E0-C4D4-462C-8453-3585D5A04B05}" dt="2024-06-07T22:20:17.896" v="2687" actId="11"/>
        <pc:sldMkLst>
          <pc:docMk/>
          <pc:sldMk cId="1119787202" sldId="325"/>
        </pc:sldMkLst>
        <pc:spChg chg="add mod">
          <ac:chgData name="daniel bazan" userId="12ef92c0183a0afd" providerId="LiveId" clId="{4D93C6E0-C4D4-462C-8453-3585D5A04B05}" dt="2024-06-07T22:20:17.896" v="2687" actId="11"/>
          <ac:spMkLst>
            <pc:docMk/>
            <pc:sldMk cId="1119787202" sldId="325"/>
            <ac:spMk id="8" creationId="{4B6101A0-95AA-2961-7681-3C66BADAFA21}"/>
          </ac:spMkLst>
        </pc:spChg>
        <pc:picChg chg="del">
          <ac:chgData name="daniel bazan" userId="12ef92c0183a0afd" providerId="LiveId" clId="{4D93C6E0-C4D4-462C-8453-3585D5A04B05}" dt="2024-06-07T22:12:47.868" v="2643" actId="478"/>
          <ac:picMkLst>
            <pc:docMk/>
            <pc:sldMk cId="1119787202" sldId="325"/>
            <ac:picMk id="2" creationId="{F74C6B77-0DAB-55AB-C6CB-A3823374DF13}"/>
          </ac:picMkLst>
        </pc:picChg>
        <pc:picChg chg="del">
          <ac:chgData name="daniel bazan" userId="12ef92c0183a0afd" providerId="LiveId" clId="{4D93C6E0-C4D4-462C-8453-3585D5A04B05}" dt="2024-06-07T22:12:49.868" v="2644" actId="478"/>
          <ac:picMkLst>
            <pc:docMk/>
            <pc:sldMk cId="1119787202" sldId="325"/>
            <ac:picMk id="7" creationId="{0ECE9276-6178-84B8-54D2-F7BA4FE56988}"/>
          </ac:picMkLst>
        </pc:picChg>
        <pc:picChg chg="del">
          <ac:chgData name="daniel bazan" userId="12ef92c0183a0afd" providerId="LiveId" clId="{4D93C6E0-C4D4-462C-8453-3585D5A04B05}" dt="2024-06-07T22:12:51.851" v="2645" actId="478"/>
          <ac:picMkLst>
            <pc:docMk/>
            <pc:sldMk cId="1119787202" sldId="325"/>
            <ac:picMk id="12" creationId="{2320BE55-F163-D39F-C762-13B026B54C9D}"/>
          </ac:picMkLst>
        </pc:picChg>
        <pc:picChg chg="add mod">
          <ac:chgData name="daniel bazan" userId="12ef92c0183a0afd" providerId="LiveId" clId="{4D93C6E0-C4D4-462C-8453-3585D5A04B05}" dt="2024-06-07T22:17:59.929" v="2680" actId="14100"/>
          <ac:picMkLst>
            <pc:docMk/>
            <pc:sldMk cId="1119787202" sldId="325"/>
            <ac:picMk id="3074" creationId="{A5360575-0908-5540-DF44-E86B867DDBB3}"/>
          </ac:picMkLst>
        </pc:picChg>
      </pc:sldChg>
      <pc:sldChg chg="new del">
        <pc:chgData name="daniel bazan" userId="12ef92c0183a0afd" providerId="LiveId" clId="{4D93C6E0-C4D4-462C-8453-3585D5A04B05}" dt="2024-06-07T22:12:38.640" v="2641" actId="680"/>
        <pc:sldMkLst>
          <pc:docMk/>
          <pc:sldMk cId="3747548658" sldId="325"/>
        </pc:sldMkLst>
      </pc:sldChg>
      <pc:sldChg chg="addSp delSp modSp add del mod">
        <pc:chgData name="daniel bazan" userId="12ef92c0183a0afd" providerId="LiveId" clId="{4D93C6E0-C4D4-462C-8453-3585D5A04B05}" dt="2024-06-07T22:27:55.573" v="2747" actId="47"/>
        <pc:sldMkLst>
          <pc:docMk/>
          <pc:sldMk cId="1054477949" sldId="326"/>
        </pc:sldMkLst>
        <pc:spChg chg="mod">
          <ac:chgData name="daniel bazan" userId="12ef92c0183a0afd" providerId="LiveId" clId="{4D93C6E0-C4D4-462C-8453-3585D5A04B05}" dt="2024-06-07T22:24:31.309" v="2738" actId="11"/>
          <ac:spMkLst>
            <pc:docMk/>
            <pc:sldMk cId="1054477949" sldId="326"/>
            <ac:spMk id="8" creationId="{4B6101A0-95AA-2961-7681-3C66BADAFA21}"/>
          </ac:spMkLst>
        </pc:spChg>
        <pc:picChg chg="add del mod">
          <ac:chgData name="daniel bazan" userId="12ef92c0183a0afd" providerId="LiveId" clId="{4D93C6E0-C4D4-462C-8453-3585D5A04B05}" dt="2024-06-07T22:24:19.611" v="2737" actId="478"/>
          <ac:picMkLst>
            <pc:docMk/>
            <pc:sldMk cId="1054477949" sldId="326"/>
            <ac:picMk id="2" creationId="{8E6919EE-C6AA-F24B-F6B6-9A34DC996E72}"/>
          </ac:picMkLst>
        </pc:picChg>
        <pc:picChg chg="del">
          <ac:chgData name="daniel bazan" userId="12ef92c0183a0afd" providerId="LiveId" clId="{4D93C6E0-C4D4-462C-8453-3585D5A04B05}" dt="2024-06-07T22:21:09.180" v="2691" actId="478"/>
          <ac:picMkLst>
            <pc:docMk/>
            <pc:sldMk cId="1054477949" sldId="326"/>
            <ac:picMk id="3074" creationId="{A5360575-0908-5540-DF44-E86B867DDBB3}"/>
          </ac:picMkLst>
        </pc:picChg>
      </pc:sldChg>
      <pc:sldChg chg="add del">
        <pc:chgData name="daniel bazan" userId="12ef92c0183a0afd" providerId="LiveId" clId="{4D93C6E0-C4D4-462C-8453-3585D5A04B05}" dt="2024-06-07T22:20:33.461" v="2688" actId="47"/>
        <pc:sldMkLst>
          <pc:docMk/>
          <pc:sldMk cId="2973890333" sldId="326"/>
        </pc:sldMkLst>
      </pc:sldChg>
      <pc:sldChg chg="addSp modSp add mod ord">
        <pc:chgData name="daniel bazan" userId="12ef92c0183a0afd" providerId="LiveId" clId="{4D93C6E0-C4D4-462C-8453-3585D5A04B05}" dt="2024-06-07T22:27:50.894" v="2746" actId="1076"/>
        <pc:sldMkLst>
          <pc:docMk/>
          <pc:sldMk cId="3911072391" sldId="327"/>
        </pc:sldMkLst>
        <pc:spChg chg="mod">
          <ac:chgData name="daniel bazan" userId="12ef92c0183a0afd" providerId="LiveId" clId="{4D93C6E0-C4D4-462C-8453-3585D5A04B05}" dt="2024-06-07T22:27:32.086" v="2741" actId="6549"/>
          <ac:spMkLst>
            <pc:docMk/>
            <pc:sldMk cId="3911072391" sldId="327"/>
            <ac:spMk id="8" creationId="{4B6101A0-95AA-2961-7681-3C66BADAFA21}"/>
          </ac:spMkLst>
        </pc:spChg>
        <pc:spChg chg="add mod">
          <ac:chgData name="daniel bazan" userId="12ef92c0183a0afd" providerId="LiveId" clId="{4D93C6E0-C4D4-462C-8453-3585D5A04B05}" dt="2024-06-07T22:27:50.894" v="2746" actId="1076"/>
          <ac:spMkLst>
            <pc:docMk/>
            <pc:sldMk cId="3911072391" sldId="327"/>
            <ac:spMk id="9" creationId="{475B5328-28BB-87DF-3321-29140296E5D9}"/>
          </ac:spMkLst>
        </pc:spChg>
        <pc:picChg chg="mod">
          <ac:chgData name="daniel bazan" userId="12ef92c0183a0afd" providerId="LiveId" clId="{4D93C6E0-C4D4-462C-8453-3585D5A04B05}" dt="2024-06-07T22:27:27.448" v="2739" actId="14100"/>
          <ac:picMkLst>
            <pc:docMk/>
            <pc:sldMk cId="3911072391" sldId="327"/>
            <ac:picMk id="2" creationId="{8E6919EE-C6AA-F24B-F6B6-9A34DC996E72}"/>
          </ac:picMkLst>
        </pc:picChg>
        <pc:picChg chg="add mod">
          <ac:chgData name="daniel bazan" userId="12ef92c0183a0afd" providerId="LiveId" clId="{4D93C6E0-C4D4-462C-8453-3585D5A04B05}" dt="2024-06-07T22:27:36.041" v="2742" actId="1076"/>
          <ac:picMkLst>
            <pc:docMk/>
            <pc:sldMk cId="3911072391" sldId="327"/>
            <ac:picMk id="6" creationId="{2817FE6E-BB7C-39C2-829B-A1C6B43A0D22}"/>
          </ac:picMkLst>
        </pc:picChg>
      </pc:sldChg>
      <pc:sldChg chg="delSp modSp add del mod">
        <pc:chgData name="daniel bazan" userId="12ef92c0183a0afd" providerId="LiveId" clId="{4D93C6E0-C4D4-462C-8453-3585D5A04B05}" dt="2024-06-07T22:29:34.014" v="2753" actId="47"/>
        <pc:sldMkLst>
          <pc:docMk/>
          <pc:sldMk cId="175574950" sldId="328"/>
        </pc:sldMkLst>
        <pc:spChg chg="del">
          <ac:chgData name="daniel bazan" userId="12ef92c0183a0afd" providerId="LiveId" clId="{4D93C6E0-C4D4-462C-8453-3585D5A04B05}" dt="2024-06-07T22:28:08.460" v="2749" actId="478"/>
          <ac:spMkLst>
            <pc:docMk/>
            <pc:sldMk cId="175574950" sldId="328"/>
            <ac:spMk id="10" creationId="{0341BA6E-B1BB-AFEF-C66E-8E5E84A0EF8C}"/>
          </ac:spMkLst>
        </pc:spChg>
        <pc:spChg chg="del">
          <ac:chgData name="daniel bazan" userId="12ef92c0183a0afd" providerId="LiveId" clId="{4D93C6E0-C4D4-462C-8453-3585D5A04B05}" dt="2024-06-07T22:28:10.537" v="2751" actId="478"/>
          <ac:spMkLst>
            <pc:docMk/>
            <pc:sldMk cId="175574950" sldId="328"/>
            <ac:spMk id="16" creationId="{51D1CB73-E6A5-770B-EC87-9890FE3FE780}"/>
          </ac:spMkLst>
        </pc:spChg>
        <pc:spChg chg="mod">
          <ac:chgData name="daniel bazan" userId="12ef92c0183a0afd" providerId="LiveId" clId="{4D93C6E0-C4D4-462C-8453-3585D5A04B05}" dt="2024-06-07T22:28:14.567" v="2752" actId="1076"/>
          <ac:spMkLst>
            <pc:docMk/>
            <pc:sldMk cId="175574950" sldId="328"/>
            <ac:spMk id="19" creationId="{4E204A7E-2594-7DE8-2320-2EE7DE9BED2B}"/>
          </ac:spMkLst>
        </pc:spChg>
        <pc:picChg chg="del">
          <ac:chgData name="daniel bazan" userId="12ef92c0183a0afd" providerId="LiveId" clId="{4D93C6E0-C4D4-462C-8453-3585D5A04B05}" dt="2024-06-07T22:28:09.142" v="2750" actId="478"/>
          <ac:picMkLst>
            <pc:docMk/>
            <pc:sldMk cId="175574950" sldId="328"/>
            <ac:picMk id="18" creationId="{F18351F9-E629-C12C-6F2C-3ABEFFCA27C9}"/>
          </ac:picMkLst>
        </pc:picChg>
      </pc:sldChg>
      <pc:sldChg chg="addSp delSp modSp add mod ord">
        <pc:chgData name="daniel bazan" userId="12ef92c0183a0afd" providerId="LiveId" clId="{4D93C6E0-C4D4-462C-8453-3585D5A04B05}" dt="2024-06-08T00:16:50.710" v="2830" actId="1440"/>
        <pc:sldMkLst>
          <pc:docMk/>
          <pc:sldMk cId="4040653047" sldId="328"/>
        </pc:sldMkLst>
        <pc:spChg chg="mod">
          <ac:chgData name="daniel bazan" userId="12ef92c0183a0afd" providerId="LiveId" clId="{4D93C6E0-C4D4-462C-8453-3585D5A04B05}" dt="2024-06-08T00:15:38.765" v="2818" actId="6549"/>
          <ac:spMkLst>
            <pc:docMk/>
            <pc:sldMk cId="4040653047" sldId="328"/>
            <ac:spMk id="4" creationId="{9FECBF37-E6BD-2872-35CC-804C2D3A8134}"/>
          </ac:spMkLst>
        </pc:spChg>
        <pc:spChg chg="del">
          <ac:chgData name="daniel bazan" userId="12ef92c0183a0afd" providerId="LiveId" clId="{4D93C6E0-C4D4-462C-8453-3585D5A04B05}" dt="2024-06-08T00:10:07.737" v="2761" actId="478"/>
          <ac:spMkLst>
            <pc:docMk/>
            <pc:sldMk cId="4040653047" sldId="328"/>
            <ac:spMk id="7" creationId="{ECA56FDE-EF8C-3664-31DA-F665BD54B05B}"/>
          </ac:spMkLst>
        </pc:spChg>
        <pc:picChg chg="add del mod">
          <ac:chgData name="daniel bazan" userId="12ef92c0183a0afd" providerId="LiveId" clId="{4D93C6E0-C4D4-462C-8453-3585D5A04B05}" dt="2024-06-08T00:14:54.564" v="2802" actId="478"/>
          <ac:picMkLst>
            <pc:docMk/>
            <pc:sldMk cId="4040653047" sldId="328"/>
            <ac:picMk id="2" creationId="{674B4C49-F578-41B3-AFCE-C7CD0C5D506B}"/>
          </ac:picMkLst>
        </pc:picChg>
        <pc:picChg chg="add mod">
          <ac:chgData name="daniel bazan" userId="12ef92c0183a0afd" providerId="LiveId" clId="{4D93C6E0-C4D4-462C-8453-3585D5A04B05}" dt="2024-06-08T00:16:13.374" v="2822" actId="1076"/>
          <ac:picMkLst>
            <pc:docMk/>
            <pc:sldMk cId="4040653047" sldId="328"/>
            <ac:picMk id="6" creationId="{7DAF07A0-16E6-17F7-4027-4F0CD4EBE4EC}"/>
          </ac:picMkLst>
        </pc:picChg>
        <pc:picChg chg="add mod">
          <ac:chgData name="daniel bazan" userId="12ef92c0183a0afd" providerId="LiveId" clId="{4D93C6E0-C4D4-462C-8453-3585D5A04B05}" dt="2024-06-08T00:16:50.710" v="2830" actId="1440"/>
          <ac:picMkLst>
            <pc:docMk/>
            <pc:sldMk cId="4040653047" sldId="328"/>
            <ac:picMk id="8" creationId="{81A86DC1-B32A-CB31-8AED-D9C72F2700D7}"/>
          </ac:picMkLst>
        </pc:picChg>
        <pc:picChg chg="add mod">
          <ac:chgData name="daniel bazan" userId="12ef92c0183a0afd" providerId="LiveId" clId="{4D93C6E0-C4D4-462C-8453-3585D5A04B05}" dt="2024-06-08T00:16:48.962" v="2829" actId="1440"/>
          <ac:picMkLst>
            <pc:docMk/>
            <pc:sldMk cId="4040653047" sldId="328"/>
            <ac:picMk id="10" creationId="{43C1B593-8A4C-0921-55D7-5EF160A8F9FA}"/>
          </ac:picMkLst>
        </pc:picChg>
      </pc:sldChg>
      <pc:sldChg chg="addSp modSp add mod ord">
        <pc:chgData name="daniel bazan" userId="12ef92c0183a0afd" providerId="LiveId" clId="{4D93C6E0-C4D4-462C-8453-3585D5A04B05}" dt="2024-06-08T00:14:51.898" v="2801"/>
        <pc:sldMkLst>
          <pc:docMk/>
          <pc:sldMk cId="42556938" sldId="329"/>
        </pc:sldMkLst>
        <pc:spChg chg="mod">
          <ac:chgData name="daniel bazan" userId="12ef92c0183a0afd" providerId="LiveId" clId="{4D93C6E0-C4D4-462C-8453-3585D5A04B05}" dt="2024-06-08T00:14:04.639" v="2790" actId="6549"/>
          <ac:spMkLst>
            <pc:docMk/>
            <pc:sldMk cId="42556938" sldId="329"/>
            <ac:spMk id="4" creationId="{9FECBF37-E6BD-2872-35CC-804C2D3A8134}"/>
          </ac:spMkLst>
        </pc:spChg>
        <pc:picChg chg="mod">
          <ac:chgData name="daniel bazan" userId="12ef92c0183a0afd" providerId="LiveId" clId="{4D93C6E0-C4D4-462C-8453-3585D5A04B05}" dt="2024-06-08T00:14:47.110" v="2799" actId="1440"/>
          <ac:picMkLst>
            <pc:docMk/>
            <pc:sldMk cId="42556938" sldId="329"/>
            <ac:picMk id="2" creationId="{674B4C49-F578-41B3-AFCE-C7CD0C5D506B}"/>
          </ac:picMkLst>
        </pc:picChg>
        <pc:picChg chg="add mod">
          <ac:chgData name="daniel bazan" userId="12ef92c0183a0afd" providerId="LiveId" clId="{4D93C6E0-C4D4-462C-8453-3585D5A04B05}" dt="2024-06-08T00:14:45.363" v="2798" actId="1440"/>
          <ac:picMkLst>
            <pc:docMk/>
            <pc:sldMk cId="42556938" sldId="329"/>
            <ac:picMk id="6" creationId="{15E5E1D0-72AB-0CF6-C197-43528C839FE5}"/>
          </ac:picMkLst>
        </pc:picChg>
        <pc:picChg chg="add mod">
          <ac:chgData name="daniel bazan" userId="12ef92c0183a0afd" providerId="LiveId" clId="{4D93C6E0-C4D4-462C-8453-3585D5A04B05}" dt="2024-06-08T00:14:42.903" v="2797" actId="1440"/>
          <ac:picMkLst>
            <pc:docMk/>
            <pc:sldMk cId="42556938" sldId="329"/>
            <ac:picMk id="8" creationId="{D6EB5087-42BC-2833-03F8-ED58AF9B06E2}"/>
          </ac:picMkLst>
        </pc:picChg>
      </pc:sldChg>
      <pc:sldChg chg="addSp modSp add mod">
        <pc:chgData name="daniel bazan" userId="12ef92c0183a0afd" providerId="LiveId" clId="{4D93C6E0-C4D4-462C-8453-3585D5A04B05}" dt="2024-06-08T00:18:13.369" v="2843" actId="1440"/>
        <pc:sldMkLst>
          <pc:docMk/>
          <pc:sldMk cId="3516421345" sldId="330"/>
        </pc:sldMkLst>
        <pc:spChg chg="mod">
          <ac:chgData name="daniel bazan" userId="12ef92c0183a0afd" providerId="LiveId" clId="{4D93C6E0-C4D4-462C-8453-3585D5A04B05}" dt="2024-06-08T00:17:24.580" v="2832" actId="11"/>
          <ac:spMkLst>
            <pc:docMk/>
            <pc:sldMk cId="3516421345" sldId="330"/>
            <ac:spMk id="4" creationId="{9FECBF37-E6BD-2872-35CC-804C2D3A8134}"/>
          </ac:spMkLst>
        </pc:spChg>
        <pc:picChg chg="add mod">
          <ac:chgData name="daniel bazan" userId="12ef92c0183a0afd" providerId="LiveId" clId="{4D93C6E0-C4D4-462C-8453-3585D5A04B05}" dt="2024-06-08T00:17:39.730" v="2835" actId="1440"/>
          <ac:picMkLst>
            <pc:docMk/>
            <pc:sldMk cId="3516421345" sldId="330"/>
            <ac:picMk id="5" creationId="{781F64FE-654C-B160-4DA0-09266AF0ACF0}"/>
          </ac:picMkLst>
        </pc:picChg>
        <pc:picChg chg="add mod">
          <ac:chgData name="daniel bazan" userId="12ef92c0183a0afd" providerId="LiveId" clId="{4D93C6E0-C4D4-462C-8453-3585D5A04B05}" dt="2024-06-08T00:17:55.537" v="2838" actId="1440"/>
          <ac:picMkLst>
            <pc:docMk/>
            <pc:sldMk cId="3516421345" sldId="330"/>
            <ac:picMk id="7" creationId="{FD5349A1-799B-7321-C672-5D0CB5635809}"/>
          </ac:picMkLst>
        </pc:picChg>
        <pc:picChg chg="add mod">
          <ac:chgData name="daniel bazan" userId="12ef92c0183a0afd" providerId="LiveId" clId="{4D93C6E0-C4D4-462C-8453-3585D5A04B05}" dt="2024-06-08T00:18:13.369" v="2843" actId="1440"/>
          <ac:picMkLst>
            <pc:docMk/>
            <pc:sldMk cId="3516421345" sldId="330"/>
            <ac:picMk id="8" creationId="{0B35F7D6-A36A-5628-9C3B-1F123846D148}"/>
          </ac:picMkLst>
        </pc:picChg>
      </pc:sldChg>
      <pc:sldChg chg="addSp delSp modSp add mod">
        <pc:chgData name="daniel bazan" userId="12ef92c0183a0afd" providerId="LiveId" clId="{4D93C6E0-C4D4-462C-8453-3585D5A04B05}" dt="2024-06-08T00:23:21.289" v="2987" actId="122"/>
        <pc:sldMkLst>
          <pc:docMk/>
          <pc:sldMk cId="2711254131" sldId="331"/>
        </pc:sldMkLst>
        <pc:spChg chg="mod">
          <ac:chgData name="daniel bazan" userId="12ef92c0183a0afd" providerId="LiveId" clId="{4D93C6E0-C4D4-462C-8453-3585D5A04B05}" dt="2024-06-08T00:23:21.289" v="2987" actId="122"/>
          <ac:spMkLst>
            <pc:docMk/>
            <pc:sldMk cId="2711254131" sldId="331"/>
            <ac:spMk id="4" creationId="{9FECBF37-E6BD-2872-35CC-804C2D3A8134}"/>
          </ac:spMkLst>
        </pc:spChg>
        <pc:spChg chg="add mod">
          <ac:chgData name="daniel bazan" userId="12ef92c0183a0afd" providerId="LiveId" clId="{4D93C6E0-C4D4-462C-8453-3585D5A04B05}" dt="2024-06-08T00:21:08.710" v="2863" actId="122"/>
          <ac:spMkLst>
            <pc:docMk/>
            <pc:sldMk cId="2711254131" sldId="331"/>
            <ac:spMk id="9" creationId="{ACD503EC-2A06-90E8-9F80-BAAD5807F279}"/>
          </ac:spMkLst>
        </pc:spChg>
        <pc:picChg chg="add mod">
          <ac:chgData name="daniel bazan" userId="12ef92c0183a0afd" providerId="LiveId" clId="{4D93C6E0-C4D4-462C-8453-3585D5A04B05}" dt="2024-06-08T00:20:49.361" v="2859" actId="1076"/>
          <ac:picMkLst>
            <pc:docMk/>
            <pc:sldMk cId="2711254131" sldId="331"/>
            <ac:picMk id="2" creationId="{B143A52D-3716-37EA-12CB-EF40580E0A27}"/>
          </ac:picMkLst>
        </pc:picChg>
        <pc:picChg chg="del">
          <ac:chgData name="daniel bazan" userId="12ef92c0183a0afd" providerId="LiveId" clId="{4D93C6E0-C4D4-462C-8453-3585D5A04B05}" dt="2024-06-08T00:19:47.828" v="2848" actId="478"/>
          <ac:picMkLst>
            <pc:docMk/>
            <pc:sldMk cId="2711254131" sldId="331"/>
            <ac:picMk id="5" creationId="{781F64FE-654C-B160-4DA0-09266AF0ACF0}"/>
          </ac:picMkLst>
        </pc:picChg>
        <pc:picChg chg="del">
          <ac:chgData name="daniel bazan" userId="12ef92c0183a0afd" providerId="LiveId" clId="{4D93C6E0-C4D4-462C-8453-3585D5A04B05}" dt="2024-06-08T00:19:49.232" v="2849" actId="478"/>
          <ac:picMkLst>
            <pc:docMk/>
            <pc:sldMk cId="2711254131" sldId="331"/>
            <ac:picMk id="7" creationId="{FD5349A1-799B-7321-C672-5D0CB5635809}"/>
          </ac:picMkLst>
        </pc:picChg>
        <pc:picChg chg="mod">
          <ac:chgData name="daniel bazan" userId="12ef92c0183a0afd" providerId="LiveId" clId="{4D93C6E0-C4D4-462C-8453-3585D5A04B05}" dt="2024-06-08T00:20:45.065" v="2858" actId="1076"/>
          <ac:picMkLst>
            <pc:docMk/>
            <pc:sldMk cId="2711254131" sldId="331"/>
            <ac:picMk id="8" creationId="{0B35F7D6-A36A-5628-9C3B-1F123846D148}"/>
          </ac:picMkLst>
        </pc:picChg>
      </pc:sldChg>
    </pc:docChg>
  </pc:docChgLst>
  <pc:docChgLst>
    <pc:chgData name="daniel bazan" userId="12ef92c0183a0afd" providerId="LiveId" clId="{17C33CBA-A837-48BD-861A-EC75AA045244}"/>
    <pc:docChg chg="undo custSel delSld modSld sldOrd">
      <pc:chgData name="daniel bazan" userId="12ef92c0183a0afd" providerId="LiveId" clId="{17C33CBA-A837-48BD-861A-EC75AA045244}" dt="2024-06-25T19:52:33.124" v="187" actId="1076"/>
      <pc:docMkLst>
        <pc:docMk/>
      </pc:docMkLst>
      <pc:sldChg chg="addSp modSp mod ord">
        <pc:chgData name="daniel bazan" userId="12ef92c0183a0afd" providerId="LiveId" clId="{17C33CBA-A837-48BD-861A-EC75AA045244}" dt="2024-06-25T19:46:59.920" v="149" actId="1035"/>
        <pc:sldMkLst>
          <pc:docMk/>
          <pc:sldMk cId="3720110866" sldId="311"/>
        </pc:sldMkLst>
        <pc:picChg chg="add mod">
          <ac:chgData name="daniel bazan" userId="12ef92c0183a0afd" providerId="LiveId" clId="{17C33CBA-A837-48BD-861A-EC75AA045244}" dt="2024-06-25T19:46:59.920" v="149" actId="1035"/>
          <ac:picMkLst>
            <pc:docMk/>
            <pc:sldMk cId="3720110866" sldId="311"/>
            <ac:picMk id="4" creationId="{3042CB16-872E-A6E2-E83C-2EEFC548640B}"/>
          </ac:picMkLst>
        </pc:picChg>
        <pc:picChg chg="mod">
          <ac:chgData name="daniel bazan" userId="12ef92c0183a0afd" providerId="LiveId" clId="{17C33CBA-A837-48BD-861A-EC75AA045244}" dt="2024-06-25T19:46:45.906" v="145" actId="1076"/>
          <ac:picMkLst>
            <pc:docMk/>
            <pc:sldMk cId="3720110866" sldId="311"/>
            <ac:picMk id="1028" creationId="{E5B8C8ED-CF0B-9D86-2A15-968043622476}"/>
          </ac:picMkLst>
        </pc:picChg>
      </pc:sldChg>
      <pc:sldChg chg="addSp delSp modSp mod modAnim">
        <pc:chgData name="daniel bazan" userId="12ef92c0183a0afd" providerId="LiveId" clId="{17C33CBA-A837-48BD-861A-EC75AA045244}" dt="2024-06-25T19:44:11.871" v="132"/>
        <pc:sldMkLst>
          <pc:docMk/>
          <pc:sldMk cId="1713607046" sldId="312"/>
        </pc:sldMkLst>
        <pc:spChg chg="mod">
          <ac:chgData name="daniel bazan" userId="12ef92c0183a0afd" providerId="LiveId" clId="{17C33CBA-A837-48BD-861A-EC75AA045244}" dt="2024-06-25T19:29:06.621" v="1"/>
          <ac:spMkLst>
            <pc:docMk/>
            <pc:sldMk cId="1713607046" sldId="312"/>
            <ac:spMk id="4" creationId="{9FECBF37-E6BD-2872-35CC-804C2D3A8134}"/>
          </ac:spMkLst>
        </pc:spChg>
        <pc:spChg chg="add del">
          <ac:chgData name="daniel bazan" userId="12ef92c0183a0afd" providerId="LiveId" clId="{17C33CBA-A837-48BD-861A-EC75AA045244}" dt="2024-06-25T19:29:50.392" v="5" actId="22"/>
          <ac:spMkLst>
            <pc:docMk/>
            <pc:sldMk cId="1713607046" sldId="312"/>
            <ac:spMk id="5" creationId="{42AC4ED1-9890-1C36-B3AD-C5AA3C0644F2}"/>
          </ac:spMkLst>
        </pc:spChg>
        <pc:spChg chg="mod">
          <ac:chgData name="daniel bazan" userId="12ef92c0183a0afd" providerId="LiveId" clId="{17C33CBA-A837-48BD-861A-EC75AA045244}" dt="2024-06-25T19:39:10.459" v="85" actId="1076"/>
          <ac:spMkLst>
            <pc:docMk/>
            <pc:sldMk cId="1713607046" sldId="312"/>
            <ac:spMk id="7" creationId="{ECA56FDE-EF8C-3664-31DA-F665BD54B05B}"/>
          </ac:spMkLst>
        </pc:spChg>
        <pc:spChg chg="add mod">
          <ac:chgData name="daniel bazan" userId="12ef92c0183a0afd" providerId="LiveId" clId="{17C33CBA-A837-48BD-861A-EC75AA045244}" dt="2024-06-25T19:30:56.092" v="15" actId="113"/>
          <ac:spMkLst>
            <pc:docMk/>
            <pc:sldMk cId="1713607046" sldId="312"/>
            <ac:spMk id="8" creationId="{8552CEC9-9B26-9A83-0651-2B72A6AC7FF1}"/>
          </ac:spMkLst>
        </pc:spChg>
        <pc:spChg chg="add mod">
          <ac:chgData name="daniel bazan" userId="12ef92c0183a0afd" providerId="LiveId" clId="{17C33CBA-A837-48BD-861A-EC75AA045244}" dt="2024-06-25T19:33:29.212" v="30" actId="108"/>
          <ac:spMkLst>
            <pc:docMk/>
            <pc:sldMk cId="1713607046" sldId="312"/>
            <ac:spMk id="9" creationId="{5CC3B823-53B8-7797-AC6D-6BB2F024CF59}"/>
          </ac:spMkLst>
        </pc:spChg>
        <pc:spChg chg="add mod">
          <ac:chgData name="daniel bazan" userId="12ef92c0183a0afd" providerId="LiveId" clId="{17C33CBA-A837-48BD-861A-EC75AA045244}" dt="2024-06-25T19:43:32.876" v="127" actId="1076"/>
          <ac:spMkLst>
            <pc:docMk/>
            <pc:sldMk cId="1713607046" sldId="312"/>
            <ac:spMk id="10" creationId="{B5A4A0EC-18D0-B96A-0C3F-E4BA22DFE17B}"/>
          </ac:spMkLst>
        </pc:spChg>
        <pc:spChg chg="add mod">
          <ac:chgData name="daniel bazan" userId="12ef92c0183a0afd" providerId="LiveId" clId="{17C33CBA-A837-48BD-861A-EC75AA045244}" dt="2024-06-25T19:36:22.594" v="51" actId="11"/>
          <ac:spMkLst>
            <pc:docMk/>
            <pc:sldMk cId="1713607046" sldId="312"/>
            <ac:spMk id="11" creationId="{80EB37F2-35B9-484F-2021-73C4FC260C64}"/>
          </ac:spMkLst>
        </pc:spChg>
        <pc:spChg chg="add mod">
          <ac:chgData name="daniel bazan" userId="12ef92c0183a0afd" providerId="LiveId" clId="{17C33CBA-A837-48BD-861A-EC75AA045244}" dt="2024-06-25T19:39:18.852" v="86" actId="1076"/>
          <ac:spMkLst>
            <pc:docMk/>
            <pc:sldMk cId="1713607046" sldId="312"/>
            <ac:spMk id="12" creationId="{49BE30D1-C0F6-6F21-0BAF-E2C56289F9BA}"/>
          </ac:spMkLst>
        </pc:spChg>
        <pc:spChg chg="add mod">
          <ac:chgData name="daniel bazan" userId="12ef92c0183a0afd" providerId="LiveId" clId="{17C33CBA-A837-48BD-861A-EC75AA045244}" dt="2024-06-25T19:40:53.725" v="108" actId="1076"/>
          <ac:spMkLst>
            <pc:docMk/>
            <pc:sldMk cId="1713607046" sldId="312"/>
            <ac:spMk id="13" creationId="{0BD6297A-E48F-728B-4A36-9A6FC89E744C}"/>
          </ac:spMkLst>
        </pc:spChg>
        <pc:spChg chg="add mod">
          <ac:chgData name="daniel bazan" userId="12ef92c0183a0afd" providerId="LiveId" clId="{17C33CBA-A837-48BD-861A-EC75AA045244}" dt="2024-06-25T19:42:23.497" v="120" actId="20577"/>
          <ac:spMkLst>
            <pc:docMk/>
            <pc:sldMk cId="1713607046" sldId="312"/>
            <ac:spMk id="14" creationId="{536317DB-29E2-2F3F-AFDD-C2800EAFD0FE}"/>
          </ac:spMkLst>
        </pc:spChg>
        <pc:spChg chg="add mod">
          <ac:chgData name="daniel bazan" userId="12ef92c0183a0afd" providerId="LiveId" clId="{17C33CBA-A837-48BD-861A-EC75AA045244}" dt="2024-06-25T19:42:39.610" v="122" actId="1076"/>
          <ac:spMkLst>
            <pc:docMk/>
            <pc:sldMk cId="1713607046" sldId="312"/>
            <ac:spMk id="15" creationId="{B173C41F-F54F-4C90-8737-6EE5CD08C4E5}"/>
          </ac:spMkLst>
        </pc:spChg>
      </pc:sldChg>
      <pc:sldChg chg="addSp delSp modSp mod modAnim">
        <pc:chgData name="daniel bazan" userId="12ef92c0183a0afd" providerId="LiveId" clId="{17C33CBA-A837-48BD-861A-EC75AA045244}" dt="2024-06-25T19:52:33.124" v="187" actId="1076"/>
        <pc:sldMkLst>
          <pc:docMk/>
          <pc:sldMk cId="2446416648" sldId="322"/>
        </pc:sldMkLst>
        <pc:spChg chg="add mod">
          <ac:chgData name="daniel bazan" userId="12ef92c0183a0afd" providerId="LiveId" clId="{17C33CBA-A837-48BD-861A-EC75AA045244}" dt="2024-06-25T19:48:06.696" v="159" actId="1076"/>
          <ac:spMkLst>
            <pc:docMk/>
            <pc:sldMk cId="2446416648" sldId="322"/>
            <ac:spMk id="2" creationId="{E7657504-2AC7-1E5C-6786-89BD004D3E32}"/>
          </ac:spMkLst>
        </pc:spChg>
        <pc:spChg chg="del">
          <ac:chgData name="daniel bazan" userId="12ef92c0183a0afd" providerId="LiveId" clId="{17C33CBA-A837-48BD-861A-EC75AA045244}" dt="2024-06-25T19:47:58.096" v="158" actId="478"/>
          <ac:spMkLst>
            <pc:docMk/>
            <pc:sldMk cId="2446416648" sldId="322"/>
            <ac:spMk id="3" creationId="{8E22A00A-B539-95F0-F6CE-A63F4FA8573D}"/>
          </ac:spMkLst>
        </pc:spChg>
        <pc:spChg chg="mod">
          <ac:chgData name="daniel bazan" userId="12ef92c0183a0afd" providerId="LiveId" clId="{17C33CBA-A837-48BD-861A-EC75AA045244}" dt="2024-06-25T19:47:37.443" v="155" actId="5793"/>
          <ac:spMkLst>
            <pc:docMk/>
            <pc:sldMk cId="2446416648" sldId="322"/>
            <ac:spMk id="4" creationId="{9FECBF37-E6BD-2872-35CC-804C2D3A8134}"/>
          </ac:spMkLst>
        </pc:spChg>
        <pc:spChg chg="mod">
          <ac:chgData name="daniel bazan" userId="12ef92c0183a0afd" providerId="LiveId" clId="{17C33CBA-A837-48BD-861A-EC75AA045244}" dt="2024-06-25T19:51:18.369" v="184" actId="123"/>
          <ac:spMkLst>
            <pc:docMk/>
            <pc:sldMk cId="2446416648" sldId="322"/>
            <ac:spMk id="5" creationId="{DF15EAF5-50A6-436A-0FF8-71919CC3DF0A}"/>
          </ac:spMkLst>
        </pc:spChg>
        <pc:spChg chg="del">
          <ac:chgData name="daniel bazan" userId="12ef92c0183a0afd" providerId="LiveId" clId="{17C33CBA-A837-48BD-861A-EC75AA045244}" dt="2024-06-25T19:49:06.720" v="166" actId="478"/>
          <ac:spMkLst>
            <pc:docMk/>
            <pc:sldMk cId="2446416648" sldId="322"/>
            <ac:spMk id="7" creationId="{1D544810-B48E-0FBF-2BA2-2865975F5F2E}"/>
          </ac:spMkLst>
        </pc:spChg>
        <pc:spChg chg="add del">
          <ac:chgData name="daniel bazan" userId="12ef92c0183a0afd" providerId="LiveId" clId="{17C33CBA-A837-48BD-861A-EC75AA045244}" dt="2024-06-25T19:50:17.923" v="176" actId="478"/>
          <ac:spMkLst>
            <pc:docMk/>
            <pc:sldMk cId="2446416648" sldId="322"/>
            <ac:spMk id="8" creationId="{2516C9E0-9534-3BA0-1FE1-A84BEC38626C}"/>
          </ac:spMkLst>
        </pc:spChg>
        <pc:spChg chg="add mod">
          <ac:chgData name="daniel bazan" userId="12ef92c0183a0afd" providerId="LiveId" clId="{17C33CBA-A837-48BD-861A-EC75AA045244}" dt="2024-06-25T19:52:33.124" v="187" actId="1076"/>
          <ac:spMkLst>
            <pc:docMk/>
            <pc:sldMk cId="2446416648" sldId="322"/>
            <ac:spMk id="9" creationId="{2FC40610-EBB4-55E9-E2E8-895DD93A6A6F}"/>
          </ac:spMkLst>
        </pc:spChg>
        <pc:grpChg chg="del">
          <ac:chgData name="daniel bazan" userId="12ef92c0183a0afd" providerId="LiveId" clId="{17C33CBA-A837-48BD-861A-EC75AA045244}" dt="2024-06-25T19:50:04.687" v="171" actId="478"/>
          <ac:grpSpMkLst>
            <pc:docMk/>
            <pc:sldMk cId="2446416648" sldId="322"/>
            <ac:grpSpMk id="22" creationId="{114DA9BC-C79A-9D6D-A7A7-6EF116CC48E2}"/>
          </ac:grpSpMkLst>
        </pc:grpChg>
        <pc:picChg chg="del">
          <ac:chgData name="daniel bazan" userId="12ef92c0183a0afd" providerId="LiveId" clId="{17C33CBA-A837-48BD-861A-EC75AA045244}" dt="2024-06-25T19:50:09.079" v="173" actId="478"/>
          <ac:picMkLst>
            <pc:docMk/>
            <pc:sldMk cId="2446416648" sldId="322"/>
            <ac:picMk id="6" creationId="{0EE2BD77-6D64-6A9A-0F6C-682D2F84272E}"/>
          </ac:picMkLst>
        </pc:picChg>
        <pc:picChg chg="del">
          <ac:chgData name="daniel bazan" userId="12ef92c0183a0afd" providerId="LiveId" clId="{17C33CBA-A837-48BD-861A-EC75AA045244}" dt="2024-06-25T19:50:07.175" v="172" actId="478"/>
          <ac:picMkLst>
            <pc:docMk/>
            <pc:sldMk cId="2446416648" sldId="322"/>
            <ac:picMk id="19" creationId="{17987B90-79FE-89BE-4ABB-75E2DAF6619F}"/>
          </ac:picMkLst>
        </pc:picChg>
      </pc:sldChg>
      <pc:sldChg chg="del">
        <pc:chgData name="daniel bazan" userId="12ef92c0183a0afd" providerId="LiveId" clId="{17C33CBA-A837-48BD-861A-EC75AA045244}" dt="2024-06-25T19:50:29.114" v="177" actId="47"/>
        <pc:sldMkLst>
          <pc:docMk/>
          <pc:sldMk cId="482326458" sldId="323"/>
        </pc:sldMkLst>
      </pc:sldChg>
      <pc:sldChg chg="del">
        <pc:chgData name="daniel bazan" userId="12ef92c0183a0afd" providerId="LiveId" clId="{17C33CBA-A837-48BD-861A-EC75AA045244}" dt="2024-06-25T19:50:45.429" v="178" actId="47"/>
        <pc:sldMkLst>
          <pc:docMk/>
          <pc:sldMk cId="1874129601" sldId="324"/>
        </pc:sldMkLst>
      </pc:sldChg>
    </pc:docChg>
  </pc:docChgLst>
  <pc:docChgLst>
    <pc:chgData name="daniel bazan" userId="12ef92c0183a0afd" providerId="LiveId" clId="{B162A5F8-3C65-4BD0-BE21-12F113002616}"/>
    <pc:docChg chg="undo redo custSel addSld delSld modSld sldOrd">
      <pc:chgData name="daniel bazan" userId="12ef92c0183a0afd" providerId="LiveId" clId="{B162A5F8-3C65-4BD0-BE21-12F113002616}" dt="2024-06-25T22:34:20.585" v="762" actId="20577"/>
      <pc:docMkLst>
        <pc:docMk/>
      </pc:docMkLst>
      <pc:sldChg chg="modSp mod">
        <pc:chgData name="daniel bazan" userId="12ef92c0183a0afd" providerId="LiveId" clId="{B162A5F8-3C65-4BD0-BE21-12F113002616}" dt="2024-06-25T00:13:55.603" v="4" actId="20577"/>
        <pc:sldMkLst>
          <pc:docMk/>
          <pc:sldMk cId="3249147272" sldId="256"/>
        </pc:sldMkLst>
        <pc:spChg chg="mod">
          <ac:chgData name="daniel bazan" userId="12ef92c0183a0afd" providerId="LiveId" clId="{B162A5F8-3C65-4BD0-BE21-12F113002616}" dt="2024-06-25T00:13:55.603" v="4" actId="20577"/>
          <ac:spMkLst>
            <pc:docMk/>
            <pc:sldMk cId="3249147272" sldId="256"/>
            <ac:spMk id="5" creationId="{D24D16C9-DDB8-7220-C9B4-907DFC1C3A49}"/>
          </ac:spMkLst>
        </pc:spChg>
      </pc:sldChg>
      <pc:sldChg chg="add del">
        <pc:chgData name="daniel bazan" userId="12ef92c0183a0afd" providerId="LiveId" clId="{B162A5F8-3C65-4BD0-BE21-12F113002616}" dt="2024-06-25T20:51:03.890" v="395" actId="47"/>
        <pc:sldMkLst>
          <pc:docMk/>
          <pc:sldMk cId="3382251526" sldId="269"/>
        </pc:sldMkLst>
      </pc:sldChg>
      <pc:sldChg chg="delSp modSp mod delAnim">
        <pc:chgData name="daniel bazan" userId="12ef92c0183a0afd" providerId="LiveId" clId="{B162A5F8-3C65-4BD0-BE21-12F113002616}" dt="2024-06-25T20:49:58.489" v="370" actId="207"/>
        <pc:sldMkLst>
          <pc:docMk/>
          <pc:sldMk cId="2709405493" sldId="310"/>
        </pc:sldMkLst>
        <pc:spChg chg="mod">
          <ac:chgData name="daniel bazan" userId="12ef92c0183a0afd" providerId="LiveId" clId="{B162A5F8-3C65-4BD0-BE21-12F113002616}" dt="2024-06-25T00:29:00.567" v="217" actId="20577"/>
          <ac:spMkLst>
            <pc:docMk/>
            <pc:sldMk cId="2709405493" sldId="310"/>
            <ac:spMk id="3" creationId="{8E22A00A-B539-95F0-F6CE-A63F4FA8573D}"/>
          </ac:spMkLst>
        </pc:spChg>
        <pc:spChg chg="mod">
          <ac:chgData name="daniel bazan" userId="12ef92c0183a0afd" providerId="LiveId" clId="{B162A5F8-3C65-4BD0-BE21-12F113002616}" dt="2024-06-25T01:20:25.478" v="348" actId="1076"/>
          <ac:spMkLst>
            <pc:docMk/>
            <pc:sldMk cId="2709405493" sldId="310"/>
            <ac:spMk id="4" creationId="{195D5176-247A-9F5E-BBF0-9507D749A10C}"/>
          </ac:spMkLst>
        </pc:spChg>
        <pc:spChg chg="mod">
          <ac:chgData name="daniel bazan" userId="12ef92c0183a0afd" providerId="LiveId" clId="{B162A5F8-3C65-4BD0-BE21-12F113002616}" dt="2024-06-25T20:49:58.489" v="370" actId="207"/>
          <ac:spMkLst>
            <pc:docMk/>
            <pc:sldMk cId="2709405493" sldId="310"/>
            <ac:spMk id="5" creationId="{ED691AB3-29D0-7BE9-216C-A5D711A28812}"/>
          </ac:spMkLst>
        </pc:spChg>
        <pc:spChg chg="del">
          <ac:chgData name="daniel bazan" userId="12ef92c0183a0afd" providerId="LiveId" clId="{B162A5F8-3C65-4BD0-BE21-12F113002616}" dt="2024-06-25T00:31:35.313" v="228" actId="478"/>
          <ac:spMkLst>
            <pc:docMk/>
            <pc:sldMk cId="2709405493" sldId="310"/>
            <ac:spMk id="24" creationId="{06F9F963-1948-2839-58ED-78311C28FEA7}"/>
          </ac:spMkLst>
        </pc:spChg>
        <pc:grpChg chg="del">
          <ac:chgData name="daniel bazan" userId="12ef92c0183a0afd" providerId="LiveId" clId="{B162A5F8-3C65-4BD0-BE21-12F113002616}" dt="2024-06-25T00:31:24.732" v="227" actId="478"/>
          <ac:grpSpMkLst>
            <pc:docMk/>
            <pc:sldMk cId="2709405493" sldId="310"/>
            <ac:grpSpMk id="9" creationId="{2A91FD4E-FEDB-C6EE-EF7E-18C72115E376}"/>
          </ac:grpSpMkLst>
        </pc:grpChg>
        <pc:picChg chg="del">
          <ac:chgData name="daniel bazan" userId="12ef92c0183a0afd" providerId="LiveId" clId="{B162A5F8-3C65-4BD0-BE21-12F113002616}" dt="2024-06-25T00:31:19.536" v="226" actId="478"/>
          <ac:picMkLst>
            <pc:docMk/>
            <pc:sldMk cId="2709405493" sldId="310"/>
            <ac:picMk id="6" creationId="{081BF910-3325-66F7-0205-EFCB018B4BEA}"/>
          </ac:picMkLst>
        </pc:picChg>
        <pc:picChg chg="del">
          <ac:chgData name="daniel bazan" userId="12ef92c0183a0afd" providerId="LiveId" clId="{B162A5F8-3C65-4BD0-BE21-12F113002616}" dt="2024-06-25T00:31:17.021" v="225" actId="478"/>
          <ac:picMkLst>
            <pc:docMk/>
            <pc:sldMk cId="2709405493" sldId="310"/>
            <ac:picMk id="7" creationId="{3CC0E8B8-B2EE-4280-AB4D-91D0DCB63B8F}"/>
          </ac:picMkLst>
        </pc:picChg>
        <pc:cxnChg chg="mod">
          <ac:chgData name="daniel bazan" userId="12ef92c0183a0afd" providerId="LiveId" clId="{B162A5F8-3C65-4BD0-BE21-12F113002616}" dt="2024-06-25T00:31:24.732" v="227" actId="478"/>
          <ac:cxnSpMkLst>
            <pc:docMk/>
            <pc:sldMk cId="2709405493" sldId="310"/>
            <ac:cxnSpMk id="10" creationId="{74F9A4B1-E34F-8CBF-13E3-F4906FF01C63}"/>
          </ac:cxnSpMkLst>
        </pc:cxnChg>
      </pc:sldChg>
      <pc:sldChg chg="addSp delSp modSp add del mod">
        <pc:chgData name="daniel bazan" userId="12ef92c0183a0afd" providerId="LiveId" clId="{B162A5F8-3C65-4BD0-BE21-12F113002616}" dt="2024-06-25T21:28:40.229" v="682" actId="47"/>
        <pc:sldMkLst>
          <pc:docMk/>
          <pc:sldMk cId="3720110866" sldId="311"/>
        </pc:sldMkLst>
        <pc:spChg chg="mod">
          <ac:chgData name="daniel bazan" userId="12ef92c0183a0afd" providerId="LiveId" clId="{B162A5F8-3C65-4BD0-BE21-12F113002616}" dt="2024-06-25T01:21:20.224" v="349"/>
          <ac:spMkLst>
            <pc:docMk/>
            <pc:sldMk cId="3720110866" sldId="311"/>
            <ac:spMk id="3" creationId="{8E22A00A-B539-95F0-F6CE-A63F4FA8573D}"/>
          </ac:spMkLst>
        </pc:spChg>
        <pc:spChg chg="del">
          <ac:chgData name="daniel bazan" userId="12ef92c0183a0afd" providerId="LiveId" clId="{B162A5F8-3C65-4BD0-BE21-12F113002616}" dt="2024-06-25T01:21:33.884" v="350" actId="478"/>
          <ac:spMkLst>
            <pc:docMk/>
            <pc:sldMk cId="3720110866" sldId="311"/>
            <ac:spMk id="5" creationId="{ED691AB3-29D0-7BE9-216C-A5D711A28812}"/>
          </ac:spMkLst>
        </pc:spChg>
        <pc:spChg chg="del">
          <ac:chgData name="daniel bazan" userId="12ef92c0183a0afd" providerId="LiveId" clId="{B162A5F8-3C65-4BD0-BE21-12F113002616}" dt="2024-06-25T01:21:38.734" v="351" actId="478"/>
          <ac:spMkLst>
            <pc:docMk/>
            <pc:sldMk cId="3720110866" sldId="311"/>
            <ac:spMk id="8" creationId="{20C17B4F-D6FB-A34C-CC2A-69811F2CB998}"/>
          </ac:spMkLst>
        </pc:spChg>
        <pc:spChg chg="del">
          <ac:chgData name="daniel bazan" userId="12ef92c0183a0afd" providerId="LiveId" clId="{B162A5F8-3C65-4BD0-BE21-12F113002616}" dt="2024-06-25T01:21:53.062" v="353" actId="478"/>
          <ac:spMkLst>
            <pc:docMk/>
            <pc:sldMk cId="3720110866" sldId="311"/>
            <ac:spMk id="15" creationId="{675C79A3-1C9D-65A0-1624-F88453B73999}"/>
          </ac:spMkLst>
        </pc:spChg>
        <pc:spChg chg="del">
          <ac:chgData name="daniel bazan" userId="12ef92c0183a0afd" providerId="LiveId" clId="{B162A5F8-3C65-4BD0-BE21-12F113002616}" dt="2024-06-25T01:21:44.095" v="352" actId="478"/>
          <ac:spMkLst>
            <pc:docMk/>
            <pc:sldMk cId="3720110866" sldId="311"/>
            <ac:spMk id="36" creationId="{290093D9-D89B-B935-AAC3-DAF59F5BEE05}"/>
          </ac:spMkLst>
        </pc:spChg>
        <pc:grpChg chg="del">
          <ac:chgData name="daniel bazan" userId="12ef92c0183a0afd" providerId="LiveId" clId="{B162A5F8-3C65-4BD0-BE21-12F113002616}" dt="2024-06-25T01:21:44.095" v="352" actId="478"/>
          <ac:grpSpMkLst>
            <pc:docMk/>
            <pc:sldMk cId="3720110866" sldId="311"/>
            <ac:grpSpMk id="27" creationId="{3C99B2FF-E139-697C-A890-4BA8B914AAA1}"/>
          </ac:grpSpMkLst>
        </pc:grpChg>
        <pc:grpChg chg="del">
          <ac:chgData name="daniel bazan" userId="12ef92c0183a0afd" providerId="LiveId" clId="{B162A5F8-3C65-4BD0-BE21-12F113002616}" dt="2024-06-25T01:21:44.095" v="352" actId="478"/>
          <ac:grpSpMkLst>
            <pc:docMk/>
            <pc:sldMk cId="3720110866" sldId="311"/>
            <ac:grpSpMk id="28" creationId="{27EBB0FE-C62E-8D7E-EC6E-24E41192FC35}"/>
          </ac:grpSpMkLst>
        </pc:grpChg>
        <pc:graphicFrameChg chg="del">
          <ac:chgData name="daniel bazan" userId="12ef92c0183a0afd" providerId="LiveId" clId="{B162A5F8-3C65-4BD0-BE21-12F113002616}" dt="2024-06-25T01:21:44.095" v="352" actId="478"/>
          <ac:graphicFrameMkLst>
            <pc:docMk/>
            <pc:sldMk cId="3720110866" sldId="311"/>
            <ac:graphicFrameMk id="33" creationId="{0AC415AE-BEEA-F89E-D685-FDB41A717064}"/>
          </ac:graphicFrameMkLst>
        </pc:graphicFrameChg>
        <pc:graphicFrameChg chg="del">
          <ac:chgData name="daniel bazan" userId="12ef92c0183a0afd" providerId="LiveId" clId="{B162A5F8-3C65-4BD0-BE21-12F113002616}" dt="2024-06-25T01:21:44.095" v="352" actId="478"/>
          <ac:graphicFrameMkLst>
            <pc:docMk/>
            <pc:sldMk cId="3720110866" sldId="311"/>
            <ac:graphicFrameMk id="34" creationId="{E77C8800-3F4E-9014-D4B1-AA3A2B3E66A2}"/>
          </ac:graphicFrameMkLst>
        </pc:graphicFrameChg>
        <pc:picChg chg="add del mod modCrop">
          <ac:chgData name="daniel bazan" userId="12ef92c0183a0afd" providerId="LiveId" clId="{B162A5F8-3C65-4BD0-BE21-12F113002616}" dt="2024-06-25T01:33:58.797" v="363" actId="478"/>
          <ac:picMkLst>
            <pc:docMk/>
            <pc:sldMk cId="3720110866" sldId="311"/>
            <ac:picMk id="2" creationId="{1394ACE2-DE1E-9B58-82E8-72BD3D3DF816}"/>
          </ac:picMkLst>
        </pc:picChg>
        <pc:picChg chg="add del mod">
          <ac:chgData name="daniel bazan" userId="12ef92c0183a0afd" providerId="LiveId" clId="{B162A5F8-3C65-4BD0-BE21-12F113002616}" dt="2024-06-25T01:34:24.630" v="367" actId="478"/>
          <ac:picMkLst>
            <pc:docMk/>
            <pc:sldMk cId="3720110866" sldId="311"/>
            <ac:picMk id="1026" creationId="{6E13DA37-C0CB-2953-EAC4-0BE9B7C1CE05}"/>
          </ac:picMkLst>
        </pc:picChg>
        <pc:picChg chg="add mod">
          <ac:chgData name="daniel bazan" userId="12ef92c0183a0afd" providerId="LiveId" clId="{B162A5F8-3C65-4BD0-BE21-12F113002616}" dt="2024-06-25T01:34:31.258" v="369" actId="14100"/>
          <ac:picMkLst>
            <pc:docMk/>
            <pc:sldMk cId="3720110866" sldId="311"/>
            <ac:picMk id="1028" creationId="{E5B8C8ED-CF0B-9D86-2A15-968043622476}"/>
          </ac:picMkLst>
        </pc:picChg>
      </pc:sldChg>
      <pc:sldChg chg="addSp delSp modSp mod ord">
        <pc:chgData name="daniel bazan" userId="12ef92c0183a0afd" providerId="LiveId" clId="{B162A5F8-3C65-4BD0-BE21-12F113002616}" dt="2024-06-25T21:09:30.600" v="527"/>
        <pc:sldMkLst>
          <pc:docMk/>
          <pc:sldMk cId="1713607046" sldId="312"/>
        </pc:sldMkLst>
        <pc:spChg chg="add mod">
          <ac:chgData name="daniel bazan" userId="12ef92c0183a0afd" providerId="LiveId" clId="{B162A5F8-3C65-4BD0-BE21-12F113002616}" dt="2024-06-25T01:30:59.606" v="362" actId="1076"/>
          <ac:spMkLst>
            <pc:docMk/>
            <pc:sldMk cId="1713607046" sldId="312"/>
            <ac:spMk id="2" creationId="{0EF53354-70BD-22CF-4ECA-F9849037063C}"/>
          </ac:spMkLst>
        </pc:spChg>
        <pc:spChg chg="del mod">
          <ac:chgData name="daniel bazan" userId="12ef92c0183a0afd" providerId="LiveId" clId="{B162A5F8-3C65-4BD0-BE21-12F113002616}" dt="2024-06-25T01:30:51.380" v="361" actId="478"/>
          <ac:spMkLst>
            <pc:docMk/>
            <pc:sldMk cId="1713607046" sldId="312"/>
            <ac:spMk id="3" creationId="{8E22A00A-B539-95F0-F6CE-A63F4FA8573D}"/>
          </ac:spMkLst>
        </pc:spChg>
        <pc:spChg chg="mod">
          <ac:chgData name="daniel bazan" userId="12ef92c0183a0afd" providerId="LiveId" clId="{B162A5F8-3C65-4BD0-BE21-12F113002616}" dt="2024-06-25T20:56:46.941" v="438" actId="1076"/>
          <ac:spMkLst>
            <pc:docMk/>
            <pc:sldMk cId="1713607046" sldId="312"/>
            <ac:spMk id="10" creationId="{B5A4A0EC-18D0-B96A-0C3F-E4BA22DFE17B}"/>
          </ac:spMkLst>
        </pc:spChg>
      </pc:sldChg>
      <pc:sldChg chg="add del">
        <pc:chgData name="daniel bazan" userId="12ef92c0183a0afd" providerId="LiveId" clId="{B162A5F8-3C65-4BD0-BE21-12F113002616}" dt="2024-06-25T20:51:21.456" v="398" actId="47"/>
        <pc:sldMkLst>
          <pc:docMk/>
          <pc:sldMk cId="2493029948" sldId="313"/>
        </pc:sldMkLst>
      </pc:sldChg>
      <pc:sldChg chg="del">
        <pc:chgData name="daniel bazan" userId="12ef92c0183a0afd" providerId="LiveId" clId="{B162A5F8-3C65-4BD0-BE21-12F113002616}" dt="2024-06-25T20:50:49.754" v="373" actId="47"/>
        <pc:sldMkLst>
          <pc:docMk/>
          <pc:sldMk cId="1316209791" sldId="315"/>
        </pc:sldMkLst>
      </pc:sldChg>
      <pc:sldChg chg="add del">
        <pc:chgData name="daniel bazan" userId="12ef92c0183a0afd" providerId="LiveId" clId="{B162A5F8-3C65-4BD0-BE21-12F113002616}" dt="2024-06-25T20:51:23.112" v="399" actId="47"/>
        <pc:sldMkLst>
          <pc:docMk/>
          <pc:sldMk cId="420985459" sldId="317"/>
        </pc:sldMkLst>
      </pc:sldChg>
      <pc:sldChg chg="del">
        <pc:chgData name="daniel bazan" userId="12ef92c0183a0afd" providerId="LiveId" clId="{B162A5F8-3C65-4BD0-BE21-12F113002616}" dt="2024-06-25T20:50:51.917" v="375" actId="47"/>
        <pc:sldMkLst>
          <pc:docMk/>
          <pc:sldMk cId="2853631781" sldId="318"/>
        </pc:sldMkLst>
      </pc:sldChg>
      <pc:sldChg chg="add del">
        <pc:chgData name="daniel bazan" userId="12ef92c0183a0afd" providerId="LiveId" clId="{B162A5F8-3C65-4BD0-BE21-12F113002616}" dt="2024-06-25T20:51:23.755" v="400" actId="47"/>
        <pc:sldMkLst>
          <pc:docMk/>
          <pc:sldMk cId="2897402428" sldId="319"/>
        </pc:sldMkLst>
      </pc:sldChg>
      <pc:sldChg chg="del">
        <pc:chgData name="daniel bazan" userId="12ef92c0183a0afd" providerId="LiveId" clId="{B162A5F8-3C65-4BD0-BE21-12F113002616}" dt="2024-06-25T20:50:43.568" v="372" actId="47"/>
        <pc:sldMkLst>
          <pc:docMk/>
          <pc:sldMk cId="643147849" sldId="320"/>
        </pc:sldMkLst>
      </pc:sldChg>
      <pc:sldChg chg="del">
        <pc:chgData name="daniel bazan" userId="12ef92c0183a0afd" providerId="LiveId" clId="{B162A5F8-3C65-4BD0-BE21-12F113002616}" dt="2024-06-25T20:50:39.093" v="371" actId="47"/>
        <pc:sldMkLst>
          <pc:docMk/>
          <pc:sldMk cId="2657346633" sldId="321"/>
        </pc:sldMkLst>
      </pc:sldChg>
      <pc:sldChg chg="modSp mod">
        <pc:chgData name="daniel bazan" userId="12ef92c0183a0afd" providerId="LiveId" clId="{B162A5F8-3C65-4BD0-BE21-12F113002616}" dt="2024-06-25T21:31:48.769" v="711" actId="1076"/>
        <pc:sldMkLst>
          <pc:docMk/>
          <pc:sldMk cId="2446416648" sldId="322"/>
        </pc:sldMkLst>
        <pc:spChg chg="mod">
          <ac:chgData name="daniel bazan" userId="12ef92c0183a0afd" providerId="LiveId" clId="{B162A5F8-3C65-4BD0-BE21-12F113002616}" dt="2024-06-25T20:53:31.596" v="410" actId="20577"/>
          <ac:spMkLst>
            <pc:docMk/>
            <pc:sldMk cId="2446416648" sldId="322"/>
            <ac:spMk id="5" creationId="{DF15EAF5-50A6-436A-0FF8-71919CC3DF0A}"/>
          </ac:spMkLst>
        </pc:spChg>
        <pc:spChg chg="mod">
          <ac:chgData name="daniel bazan" userId="12ef92c0183a0afd" providerId="LiveId" clId="{B162A5F8-3C65-4BD0-BE21-12F113002616}" dt="2024-06-25T21:31:48.769" v="711" actId="1076"/>
          <ac:spMkLst>
            <pc:docMk/>
            <pc:sldMk cId="2446416648" sldId="322"/>
            <ac:spMk id="9" creationId="{2FC40610-EBB4-55E9-E2E8-895DD93A6A6F}"/>
          </ac:spMkLst>
        </pc:spChg>
      </pc:sldChg>
      <pc:sldChg chg="addSp delSp modSp add mod ord">
        <pc:chgData name="daniel bazan" userId="12ef92c0183a0afd" providerId="LiveId" clId="{B162A5F8-3C65-4BD0-BE21-12F113002616}" dt="2024-06-25T21:09:45.273" v="529" actId="20577"/>
        <pc:sldMkLst>
          <pc:docMk/>
          <pc:sldMk cId="1424357023" sldId="323"/>
        </pc:sldMkLst>
        <pc:spChg chg="mod">
          <ac:chgData name="daniel bazan" userId="12ef92c0183a0afd" providerId="LiveId" clId="{B162A5F8-3C65-4BD0-BE21-12F113002616}" dt="2024-06-25T20:53:15.012" v="409" actId="20577"/>
          <ac:spMkLst>
            <pc:docMk/>
            <pc:sldMk cId="1424357023" sldId="323"/>
            <ac:spMk id="4" creationId="{9FECBF37-E6BD-2872-35CC-804C2D3A8134}"/>
          </ac:spMkLst>
        </pc:spChg>
        <pc:spChg chg="mod">
          <ac:chgData name="daniel bazan" userId="12ef92c0183a0afd" providerId="LiveId" clId="{B162A5F8-3C65-4BD0-BE21-12F113002616}" dt="2024-06-25T21:09:45.273" v="529" actId="20577"/>
          <ac:spMkLst>
            <pc:docMk/>
            <pc:sldMk cId="1424357023" sldId="323"/>
            <ac:spMk id="5" creationId="{DF15EAF5-50A6-436A-0FF8-71919CC3DF0A}"/>
          </ac:spMkLst>
        </pc:spChg>
        <pc:spChg chg="add del mod">
          <ac:chgData name="daniel bazan" userId="12ef92c0183a0afd" providerId="LiveId" clId="{B162A5F8-3C65-4BD0-BE21-12F113002616}" dt="2024-06-25T20:59:09.317" v="456" actId="478"/>
          <ac:spMkLst>
            <pc:docMk/>
            <pc:sldMk cId="1424357023" sldId="323"/>
            <ac:spMk id="7" creationId="{B5D947C7-D9B5-ED84-F04E-4782C433C37F}"/>
          </ac:spMkLst>
        </pc:spChg>
        <pc:spChg chg="mod">
          <ac:chgData name="daniel bazan" userId="12ef92c0183a0afd" providerId="LiveId" clId="{B162A5F8-3C65-4BD0-BE21-12F113002616}" dt="2024-06-25T21:04:17.956" v="494" actId="1076"/>
          <ac:spMkLst>
            <pc:docMk/>
            <pc:sldMk cId="1424357023" sldId="323"/>
            <ac:spMk id="9" creationId="{2FC40610-EBB4-55E9-E2E8-895DD93A6A6F}"/>
          </ac:spMkLst>
        </pc:spChg>
        <pc:picChg chg="add mod">
          <ac:chgData name="daniel bazan" userId="12ef92c0183a0afd" providerId="LiveId" clId="{B162A5F8-3C65-4BD0-BE21-12F113002616}" dt="2024-06-25T21:04:34.380" v="501" actId="1076"/>
          <ac:picMkLst>
            <pc:docMk/>
            <pc:sldMk cId="1424357023" sldId="323"/>
            <ac:picMk id="6" creationId="{1AE32186-B7D2-A9B5-1891-9C0630406CD5}"/>
          </ac:picMkLst>
        </pc:picChg>
        <pc:picChg chg="add del mod">
          <ac:chgData name="daniel bazan" userId="12ef92c0183a0afd" providerId="LiveId" clId="{B162A5F8-3C65-4BD0-BE21-12F113002616}" dt="2024-06-25T20:59:30.963" v="462" actId="478"/>
          <ac:picMkLst>
            <pc:docMk/>
            <pc:sldMk cId="1424357023" sldId="323"/>
            <ac:picMk id="8" creationId="{1758E7C4-2D51-953C-D6C7-B3697CA3A699}"/>
          </ac:picMkLst>
        </pc:picChg>
      </pc:sldChg>
      <pc:sldChg chg="add del">
        <pc:chgData name="daniel bazan" userId="12ef92c0183a0afd" providerId="LiveId" clId="{B162A5F8-3C65-4BD0-BE21-12F113002616}" dt="2024-06-25T21:03:15.751" v="485" actId="47"/>
        <pc:sldMkLst>
          <pc:docMk/>
          <pc:sldMk cId="2159935357" sldId="324"/>
        </pc:sldMkLst>
      </pc:sldChg>
      <pc:sldChg chg="addSp delSp modSp add mod">
        <pc:chgData name="daniel bazan" userId="12ef92c0183a0afd" providerId="LiveId" clId="{B162A5F8-3C65-4BD0-BE21-12F113002616}" dt="2024-06-25T22:27:31.064" v="754" actId="1076"/>
        <pc:sldMkLst>
          <pc:docMk/>
          <pc:sldMk cId="2558650755" sldId="324"/>
        </pc:sldMkLst>
        <pc:spChg chg="mod">
          <ac:chgData name="daniel bazan" userId="12ef92c0183a0afd" providerId="LiveId" clId="{B162A5F8-3C65-4BD0-BE21-12F113002616}" dt="2024-06-25T21:05:34.202" v="512"/>
          <ac:spMkLst>
            <pc:docMk/>
            <pc:sldMk cId="2558650755" sldId="324"/>
            <ac:spMk id="4" creationId="{9FECBF37-E6BD-2872-35CC-804C2D3A8134}"/>
          </ac:spMkLst>
        </pc:spChg>
        <pc:spChg chg="mod">
          <ac:chgData name="daniel bazan" userId="12ef92c0183a0afd" providerId="LiveId" clId="{B162A5F8-3C65-4BD0-BE21-12F113002616}" dt="2024-06-25T21:09:55.856" v="533" actId="6549"/>
          <ac:spMkLst>
            <pc:docMk/>
            <pc:sldMk cId="2558650755" sldId="324"/>
            <ac:spMk id="5" creationId="{DF15EAF5-50A6-436A-0FF8-71919CC3DF0A}"/>
          </ac:spMkLst>
        </pc:spChg>
        <pc:spChg chg="mod">
          <ac:chgData name="daniel bazan" userId="12ef92c0183a0afd" providerId="LiveId" clId="{B162A5F8-3C65-4BD0-BE21-12F113002616}" dt="2024-06-25T21:11:20.387" v="551" actId="1076"/>
          <ac:spMkLst>
            <pc:docMk/>
            <pc:sldMk cId="2558650755" sldId="324"/>
            <ac:spMk id="9" creationId="{2FC40610-EBB4-55E9-E2E8-895DD93A6A6F}"/>
          </ac:spMkLst>
        </pc:spChg>
        <pc:picChg chg="del">
          <ac:chgData name="daniel bazan" userId="12ef92c0183a0afd" providerId="LiveId" clId="{B162A5F8-3C65-4BD0-BE21-12F113002616}" dt="2024-06-25T21:03:42.875" v="491" actId="478"/>
          <ac:picMkLst>
            <pc:docMk/>
            <pc:sldMk cId="2558650755" sldId="324"/>
            <ac:picMk id="6" creationId="{1AE32186-B7D2-A9B5-1891-9C0630406CD5}"/>
          </ac:picMkLst>
        </pc:picChg>
        <pc:picChg chg="add mod">
          <ac:chgData name="daniel bazan" userId="12ef92c0183a0afd" providerId="LiveId" clId="{B162A5F8-3C65-4BD0-BE21-12F113002616}" dt="2024-06-25T22:27:31.064" v="754" actId="1076"/>
          <ac:picMkLst>
            <pc:docMk/>
            <pc:sldMk cId="2558650755" sldId="324"/>
            <ac:picMk id="7" creationId="{3AF6D43D-1A95-92A8-A6BD-A884CF1ACE5A}"/>
          </ac:picMkLst>
        </pc:picChg>
      </pc:sldChg>
      <pc:sldChg chg="add del">
        <pc:chgData name="daniel bazan" userId="12ef92c0183a0afd" providerId="LiveId" clId="{B162A5F8-3C65-4BD0-BE21-12F113002616}" dt="2024-06-25T20:51:24.551" v="401" actId="47"/>
        <pc:sldMkLst>
          <pc:docMk/>
          <pc:sldMk cId="1119787202" sldId="325"/>
        </pc:sldMkLst>
      </pc:sldChg>
      <pc:sldChg chg="addSp delSp modSp add mod modAnim">
        <pc:chgData name="daniel bazan" userId="12ef92c0183a0afd" providerId="LiveId" clId="{B162A5F8-3C65-4BD0-BE21-12F113002616}" dt="2024-06-25T22:34:20.585" v="762" actId="20577"/>
        <pc:sldMkLst>
          <pc:docMk/>
          <pc:sldMk cId="3207312673" sldId="325"/>
        </pc:sldMkLst>
        <pc:spChg chg="add mod">
          <ac:chgData name="daniel bazan" userId="12ef92c0183a0afd" providerId="LiveId" clId="{B162A5F8-3C65-4BD0-BE21-12F113002616}" dt="2024-06-25T21:21:59.750" v="641" actId="1076"/>
          <ac:spMkLst>
            <pc:docMk/>
            <pc:sldMk cId="3207312673" sldId="325"/>
            <ac:spMk id="3" creationId="{82EB50C5-D064-4A48-8D98-52BEA3AB90BA}"/>
          </ac:spMkLst>
        </pc:spChg>
        <pc:spChg chg="mod">
          <ac:chgData name="daniel bazan" userId="12ef92c0183a0afd" providerId="LiveId" clId="{B162A5F8-3C65-4BD0-BE21-12F113002616}" dt="2024-06-25T21:12:21.310" v="562" actId="6549"/>
          <ac:spMkLst>
            <pc:docMk/>
            <pc:sldMk cId="3207312673" sldId="325"/>
            <ac:spMk id="4" creationId="{9FECBF37-E6BD-2872-35CC-804C2D3A8134}"/>
          </ac:spMkLst>
        </pc:spChg>
        <pc:spChg chg="del mod">
          <ac:chgData name="daniel bazan" userId="12ef92c0183a0afd" providerId="LiveId" clId="{B162A5F8-3C65-4BD0-BE21-12F113002616}" dt="2024-06-25T21:12:01.911" v="559" actId="478"/>
          <ac:spMkLst>
            <pc:docMk/>
            <pc:sldMk cId="3207312673" sldId="325"/>
            <ac:spMk id="5" creationId="{DF15EAF5-50A6-436A-0FF8-71919CC3DF0A}"/>
          </ac:spMkLst>
        </pc:spChg>
        <pc:spChg chg="add mod">
          <ac:chgData name="daniel bazan" userId="12ef92c0183a0afd" providerId="LiveId" clId="{B162A5F8-3C65-4BD0-BE21-12F113002616}" dt="2024-06-25T22:34:20.585" v="762" actId="20577"/>
          <ac:spMkLst>
            <pc:docMk/>
            <pc:sldMk cId="3207312673" sldId="325"/>
            <ac:spMk id="6" creationId="{AD677766-4C71-A0D7-62E5-F667131E4A00}"/>
          </ac:spMkLst>
        </pc:spChg>
        <pc:spChg chg="add mod">
          <ac:chgData name="daniel bazan" userId="12ef92c0183a0afd" providerId="LiveId" clId="{B162A5F8-3C65-4BD0-BE21-12F113002616}" dt="2024-06-25T21:21:46.704" v="638" actId="20577"/>
          <ac:spMkLst>
            <pc:docMk/>
            <pc:sldMk cId="3207312673" sldId="325"/>
            <ac:spMk id="8" creationId="{739D5AF1-C089-19EF-8275-03DF799772FC}"/>
          </ac:spMkLst>
        </pc:spChg>
        <pc:spChg chg="mod">
          <ac:chgData name="daniel bazan" userId="12ef92c0183a0afd" providerId="LiveId" clId="{B162A5F8-3C65-4BD0-BE21-12F113002616}" dt="2024-06-25T21:21:56.113" v="640" actId="1076"/>
          <ac:spMkLst>
            <pc:docMk/>
            <pc:sldMk cId="3207312673" sldId="325"/>
            <ac:spMk id="9" creationId="{2FC40610-EBB4-55E9-E2E8-895DD93A6A6F}"/>
          </ac:spMkLst>
        </pc:spChg>
        <pc:picChg chg="del">
          <ac:chgData name="daniel bazan" userId="12ef92c0183a0afd" providerId="LiveId" clId="{B162A5F8-3C65-4BD0-BE21-12F113002616}" dt="2024-06-25T21:11:53.765" v="557" actId="478"/>
          <ac:picMkLst>
            <pc:docMk/>
            <pc:sldMk cId="3207312673" sldId="325"/>
            <ac:picMk id="7" creationId="{3AF6D43D-1A95-92A8-A6BD-A884CF1ACE5A}"/>
          </ac:picMkLst>
        </pc:picChg>
      </pc:sldChg>
      <pc:sldChg chg="addSp modSp add mod ord modAnim">
        <pc:chgData name="daniel bazan" userId="12ef92c0183a0afd" providerId="LiveId" clId="{B162A5F8-3C65-4BD0-BE21-12F113002616}" dt="2024-06-25T21:37:16.592" v="752"/>
        <pc:sldMkLst>
          <pc:docMk/>
          <pc:sldMk cId="126990698" sldId="326"/>
        </pc:sldMkLst>
        <pc:spChg chg="mod">
          <ac:chgData name="daniel bazan" userId="12ef92c0183a0afd" providerId="LiveId" clId="{B162A5F8-3C65-4BD0-BE21-12F113002616}" dt="2024-06-25T21:22:43.699" v="645"/>
          <ac:spMkLst>
            <pc:docMk/>
            <pc:sldMk cId="126990698" sldId="326"/>
            <ac:spMk id="4" creationId="{9FECBF37-E6BD-2872-35CC-804C2D3A8134}"/>
          </ac:spMkLst>
        </pc:spChg>
        <pc:spChg chg="mod">
          <ac:chgData name="daniel bazan" userId="12ef92c0183a0afd" providerId="LiveId" clId="{B162A5F8-3C65-4BD0-BE21-12F113002616}" dt="2024-06-25T21:36:31.749" v="743" actId="1076"/>
          <ac:spMkLst>
            <pc:docMk/>
            <pc:sldMk cId="126990698" sldId="326"/>
            <ac:spMk id="5" creationId="{DF15EAF5-50A6-436A-0FF8-71919CC3DF0A}"/>
          </ac:spMkLst>
        </pc:spChg>
        <pc:spChg chg="add mod">
          <ac:chgData name="daniel bazan" userId="12ef92c0183a0afd" providerId="LiveId" clId="{B162A5F8-3C65-4BD0-BE21-12F113002616}" dt="2024-06-25T21:36:39.142" v="745" actId="1076"/>
          <ac:spMkLst>
            <pc:docMk/>
            <pc:sldMk cId="126990698" sldId="326"/>
            <ac:spMk id="6" creationId="{FD363B0B-E298-2880-3F80-1B17756F8915}"/>
          </ac:spMkLst>
        </pc:spChg>
        <pc:spChg chg="mod">
          <ac:chgData name="daniel bazan" userId="12ef92c0183a0afd" providerId="LiveId" clId="{B162A5F8-3C65-4BD0-BE21-12F113002616}" dt="2024-06-25T21:36:34.421" v="744" actId="1076"/>
          <ac:spMkLst>
            <pc:docMk/>
            <pc:sldMk cId="126990698" sldId="326"/>
            <ac:spMk id="9" creationId="{2FC40610-EBB4-55E9-E2E8-895DD93A6A6F}"/>
          </ac:spMkLst>
        </pc:spChg>
        <pc:spChg chg="add mod">
          <ac:chgData name="daniel bazan" userId="12ef92c0183a0afd" providerId="LiveId" clId="{B162A5F8-3C65-4BD0-BE21-12F113002616}" dt="2024-06-25T21:36:54.778" v="749" actId="13822"/>
          <ac:spMkLst>
            <pc:docMk/>
            <pc:sldMk cId="126990698" sldId="326"/>
            <ac:spMk id="10" creationId="{52A40BBA-0EEA-465A-9026-7CF40D133781}"/>
          </ac:spMkLst>
        </pc:spChg>
        <pc:picChg chg="add mod">
          <ac:chgData name="daniel bazan" userId="12ef92c0183a0afd" providerId="LiveId" clId="{B162A5F8-3C65-4BD0-BE21-12F113002616}" dt="2024-06-25T21:36:42.366" v="746" actId="1076"/>
          <ac:picMkLst>
            <pc:docMk/>
            <pc:sldMk cId="126990698" sldId="326"/>
            <ac:picMk id="8" creationId="{13D9081A-EB53-C9E5-D386-EBC0E700CFE3}"/>
          </ac:picMkLst>
        </pc:picChg>
      </pc:sldChg>
      <pc:sldChg chg="addSp modSp add mod ord">
        <pc:chgData name="daniel bazan" userId="12ef92c0183a0afd" providerId="LiveId" clId="{B162A5F8-3C65-4BD0-BE21-12F113002616}" dt="2024-06-25T21:28:44.101" v="684"/>
        <pc:sldMkLst>
          <pc:docMk/>
          <pc:sldMk cId="518371782" sldId="327"/>
        </pc:sldMkLst>
        <pc:picChg chg="mod">
          <ac:chgData name="daniel bazan" userId="12ef92c0183a0afd" providerId="LiveId" clId="{B162A5F8-3C65-4BD0-BE21-12F113002616}" dt="2024-06-25T21:28:25.818" v="679" actId="14100"/>
          <ac:picMkLst>
            <pc:docMk/>
            <pc:sldMk cId="518371782" sldId="327"/>
            <ac:picMk id="4" creationId="{3042CB16-872E-A6E2-E83C-2EEFC548640B}"/>
          </ac:picMkLst>
        </pc:picChg>
        <pc:picChg chg="add mod">
          <ac:chgData name="daniel bazan" userId="12ef92c0183a0afd" providerId="LiveId" clId="{B162A5F8-3C65-4BD0-BE21-12F113002616}" dt="2024-06-25T21:28:33.345" v="681" actId="1076"/>
          <ac:picMkLst>
            <pc:docMk/>
            <pc:sldMk cId="518371782" sldId="327"/>
            <ac:picMk id="5" creationId="{E9A88134-13D0-EB1E-63E0-B60AB3708073}"/>
          </ac:picMkLst>
        </pc:picChg>
        <pc:picChg chg="mod">
          <ac:chgData name="daniel bazan" userId="12ef92c0183a0afd" providerId="LiveId" clId="{B162A5F8-3C65-4BD0-BE21-12F113002616}" dt="2024-06-25T21:28:20.541" v="677" actId="1076"/>
          <ac:picMkLst>
            <pc:docMk/>
            <pc:sldMk cId="518371782" sldId="327"/>
            <ac:picMk id="1028" creationId="{E5B8C8ED-CF0B-9D86-2A15-968043622476}"/>
          </ac:picMkLst>
        </pc:picChg>
      </pc:sldChg>
      <pc:sldChg chg="add del">
        <pc:chgData name="daniel bazan" userId="12ef92c0183a0afd" providerId="LiveId" clId="{B162A5F8-3C65-4BD0-BE21-12F113002616}" dt="2024-06-25T20:51:25.207" v="402" actId="47"/>
        <pc:sldMkLst>
          <pc:docMk/>
          <pc:sldMk cId="3911072391" sldId="327"/>
        </pc:sldMkLst>
      </pc:sldChg>
      <pc:sldChg chg="add del">
        <pc:chgData name="daniel bazan" userId="12ef92c0183a0afd" providerId="LiveId" clId="{B162A5F8-3C65-4BD0-BE21-12F113002616}" dt="2024-06-25T20:51:14.916" v="397" actId="47"/>
        <pc:sldMkLst>
          <pc:docMk/>
          <pc:sldMk cId="4040653047" sldId="328"/>
        </pc:sldMkLst>
      </pc:sldChg>
      <pc:sldChg chg="addSp delSp modSp add mod ord delAnim modAnim">
        <pc:chgData name="daniel bazan" userId="12ef92c0183a0afd" providerId="LiveId" clId="{B162A5F8-3C65-4BD0-BE21-12F113002616}" dt="2024-06-25T21:34:38.669" v="734" actId="20577"/>
        <pc:sldMkLst>
          <pc:docMk/>
          <pc:sldMk cId="4266360081" sldId="328"/>
        </pc:sldMkLst>
        <pc:spChg chg="add mod">
          <ac:chgData name="daniel bazan" userId="12ef92c0183a0afd" providerId="LiveId" clId="{B162A5F8-3C65-4BD0-BE21-12F113002616}" dt="2024-06-25T21:34:38.669" v="734" actId="20577"/>
          <ac:spMkLst>
            <pc:docMk/>
            <pc:sldMk cId="4266360081" sldId="328"/>
            <ac:spMk id="3" creationId="{5BD734E1-827F-0CD8-D02D-3260143BF2B3}"/>
          </ac:spMkLst>
        </pc:spChg>
        <pc:spChg chg="del">
          <ac:chgData name="daniel bazan" userId="12ef92c0183a0afd" providerId="LiveId" clId="{B162A5F8-3C65-4BD0-BE21-12F113002616}" dt="2024-06-25T21:32:57.626" v="718" actId="478"/>
          <ac:spMkLst>
            <pc:docMk/>
            <pc:sldMk cId="4266360081" sldId="328"/>
            <ac:spMk id="4" creationId="{9FECBF37-E6BD-2872-35CC-804C2D3A8134}"/>
          </ac:spMkLst>
        </pc:spChg>
        <pc:spChg chg="del mod">
          <ac:chgData name="daniel bazan" userId="12ef92c0183a0afd" providerId="LiveId" clId="{B162A5F8-3C65-4BD0-BE21-12F113002616}" dt="2024-06-25T21:32:54.913" v="717" actId="478"/>
          <ac:spMkLst>
            <pc:docMk/>
            <pc:sldMk cId="4266360081" sldId="328"/>
            <ac:spMk id="5" creationId="{DF15EAF5-50A6-436A-0FF8-71919CC3DF0A}"/>
          </ac:spMkLst>
        </pc:spChg>
        <pc:spChg chg="mod">
          <ac:chgData name="daniel bazan" userId="12ef92c0183a0afd" providerId="LiveId" clId="{B162A5F8-3C65-4BD0-BE21-12F113002616}" dt="2024-06-25T21:33:38.413" v="726" actId="108"/>
          <ac:spMkLst>
            <pc:docMk/>
            <pc:sldMk cId="4266360081" sldId="328"/>
            <ac:spMk id="6" creationId="{FD363B0B-E298-2880-3F80-1B17756F8915}"/>
          </ac:spMkLst>
        </pc:spChg>
        <pc:spChg chg="del">
          <ac:chgData name="daniel bazan" userId="12ef92c0183a0afd" providerId="LiveId" clId="{B162A5F8-3C65-4BD0-BE21-12F113002616}" dt="2024-06-25T21:33:00.125" v="719" actId="478"/>
          <ac:spMkLst>
            <pc:docMk/>
            <pc:sldMk cId="4266360081" sldId="328"/>
            <ac:spMk id="9" creationId="{2FC40610-EBB4-55E9-E2E8-895DD93A6A6F}"/>
          </ac:spMkLst>
        </pc:spChg>
        <pc:picChg chg="mod">
          <ac:chgData name="daniel bazan" userId="12ef92c0183a0afd" providerId="LiveId" clId="{B162A5F8-3C65-4BD0-BE21-12F113002616}" dt="2024-06-25T21:34:34.806" v="732" actId="1076"/>
          <ac:picMkLst>
            <pc:docMk/>
            <pc:sldMk cId="4266360081" sldId="328"/>
            <ac:picMk id="8" creationId="{13D9081A-EB53-C9E5-D386-EBC0E700CFE3}"/>
          </ac:picMkLst>
        </pc:picChg>
      </pc:sldChg>
      <pc:sldChg chg="add del">
        <pc:chgData name="daniel bazan" userId="12ef92c0183a0afd" providerId="LiveId" clId="{B162A5F8-3C65-4BD0-BE21-12F113002616}" dt="2024-06-25T20:51:26.711" v="403" actId="47"/>
        <pc:sldMkLst>
          <pc:docMk/>
          <pc:sldMk cId="42556938" sldId="329"/>
        </pc:sldMkLst>
      </pc:sldChg>
      <pc:sldChg chg="modSp add del mod">
        <pc:chgData name="daniel bazan" userId="12ef92c0183a0afd" providerId="LiveId" clId="{B162A5F8-3C65-4BD0-BE21-12F113002616}" dt="2024-06-25T21:37:00.626" v="750" actId="47"/>
        <pc:sldMkLst>
          <pc:docMk/>
          <pc:sldMk cId="2909289984" sldId="329"/>
        </pc:sldMkLst>
        <pc:spChg chg="mod">
          <ac:chgData name="daniel bazan" userId="12ef92c0183a0afd" providerId="LiveId" clId="{B162A5F8-3C65-4BD0-BE21-12F113002616}" dt="2024-06-25T21:36:07.618" v="740" actId="108"/>
          <ac:spMkLst>
            <pc:docMk/>
            <pc:sldMk cId="2909289984" sldId="329"/>
            <ac:spMk id="3" creationId="{5BD734E1-827F-0CD8-D02D-3260143BF2B3}"/>
          </ac:spMkLst>
        </pc:spChg>
      </pc:sldChg>
      <pc:sldChg chg="add del">
        <pc:chgData name="daniel bazan" userId="12ef92c0183a0afd" providerId="LiveId" clId="{B162A5F8-3C65-4BD0-BE21-12F113002616}" dt="2024-06-25T20:51:12.076" v="396" actId="47"/>
        <pc:sldMkLst>
          <pc:docMk/>
          <pc:sldMk cId="3516421345" sldId="330"/>
        </pc:sldMkLst>
      </pc:sldChg>
      <pc:sldChg chg="del">
        <pc:chgData name="daniel bazan" userId="12ef92c0183a0afd" providerId="LiveId" clId="{B162A5F8-3C65-4BD0-BE21-12F113002616}" dt="2024-06-25T20:50:50.915" v="374" actId="47"/>
        <pc:sldMkLst>
          <pc:docMk/>
          <pc:sldMk cId="2711254131" sldId="331"/>
        </pc:sldMkLst>
      </pc:sldChg>
    </pc:docChg>
  </pc:docChgLst>
  <pc:docChgLst>
    <pc:chgData name="daniel bazan" userId="12ef92c0183a0afd" providerId="LiveId" clId="{F17E3EA3-738E-47A0-B2A2-1682A5A802BA}"/>
    <pc:docChg chg="undo custSel addSld delSld modSld sldOrd">
      <pc:chgData name="daniel bazan" userId="12ef92c0183a0afd" providerId="LiveId" clId="{F17E3EA3-738E-47A0-B2A2-1682A5A802BA}" dt="2024-05-17T21:44:48.112" v="717" actId="20577"/>
      <pc:docMkLst>
        <pc:docMk/>
      </pc:docMkLst>
      <pc:sldChg chg="modSp mod">
        <pc:chgData name="daniel bazan" userId="12ef92c0183a0afd" providerId="LiveId" clId="{F17E3EA3-738E-47A0-B2A2-1682A5A802BA}" dt="2024-05-17T21:44:48.112" v="717" actId="20577"/>
        <pc:sldMkLst>
          <pc:docMk/>
          <pc:sldMk cId="3249147272" sldId="256"/>
        </pc:sldMkLst>
        <pc:spChg chg="mod">
          <ac:chgData name="daniel bazan" userId="12ef92c0183a0afd" providerId="LiveId" clId="{F17E3EA3-738E-47A0-B2A2-1682A5A802BA}" dt="2024-05-17T21:44:48.112" v="717" actId="20577"/>
          <ac:spMkLst>
            <pc:docMk/>
            <pc:sldMk cId="3249147272" sldId="256"/>
            <ac:spMk id="5" creationId="{D24D16C9-DDB8-7220-C9B4-907DFC1C3A49}"/>
          </ac:spMkLst>
        </pc:spChg>
      </pc:sldChg>
      <pc:sldChg chg="del">
        <pc:chgData name="daniel bazan" userId="12ef92c0183a0afd" providerId="LiveId" clId="{F17E3EA3-738E-47A0-B2A2-1682A5A802BA}" dt="2024-05-17T20:15:30.424" v="250" actId="47"/>
        <pc:sldMkLst>
          <pc:docMk/>
          <pc:sldMk cId="1013062168" sldId="274"/>
        </pc:sldMkLst>
      </pc:sldChg>
      <pc:sldChg chg="addSp delSp modSp mod">
        <pc:chgData name="daniel bazan" userId="12ef92c0183a0afd" providerId="LiveId" clId="{F17E3EA3-738E-47A0-B2A2-1682A5A802BA}" dt="2024-05-17T20:14:21.855" v="240" actId="113"/>
        <pc:sldMkLst>
          <pc:docMk/>
          <pc:sldMk cId="797162006" sldId="284"/>
        </pc:sldMkLst>
        <pc:spChg chg="mod">
          <ac:chgData name="daniel bazan" userId="12ef92c0183a0afd" providerId="LiveId" clId="{F17E3EA3-738E-47A0-B2A2-1682A5A802BA}" dt="2024-05-17T19:28:30.221" v="57" actId="20577"/>
          <ac:spMkLst>
            <pc:docMk/>
            <pc:sldMk cId="797162006" sldId="284"/>
            <ac:spMk id="2" creationId="{D6297C20-A1BA-ECD6-C84D-DD074BCEE754}"/>
          </ac:spMkLst>
        </pc:spChg>
        <pc:spChg chg="add mod">
          <ac:chgData name="daniel bazan" userId="12ef92c0183a0afd" providerId="LiveId" clId="{F17E3EA3-738E-47A0-B2A2-1682A5A802BA}" dt="2024-05-17T20:14:21.855" v="240" actId="113"/>
          <ac:spMkLst>
            <pc:docMk/>
            <pc:sldMk cId="797162006" sldId="284"/>
            <ac:spMk id="6" creationId="{5962E2B7-3C83-1C12-1489-EA530EF0B6FB}"/>
          </ac:spMkLst>
        </pc:spChg>
        <pc:spChg chg="mod">
          <ac:chgData name="daniel bazan" userId="12ef92c0183a0afd" providerId="LiveId" clId="{F17E3EA3-738E-47A0-B2A2-1682A5A802BA}" dt="2024-05-17T19:34:15.305" v="58" actId="6549"/>
          <ac:spMkLst>
            <pc:docMk/>
            <pc:sldMk cId="797162006" sldId="284"/>
            <ac:spMk id="8" creationId="{90205A38-B15B-4440-F3FB-D2F4C06BE6AA}"/>
          </ac:spMkLst>
        </pc:spChg>
        <pc:spChg chg="add del mod">
          <ac:chgData name="daniel bazan" userId="12ef92c0183a0afd" providerId="LiveId" clId="{F17E3EA3-738E-47A0-B2A2-1682A5A802BA}" dt="2024-05-17T20:13:37.169" v="230" actId="478"/>
          <ac:spMkLst>
            <pc:docMk/>
            <pc:sldMk cId="797162006" sldId="284"/>
            <ac:spMk id="9" creationId="{18792CA6-B6D2-86BB-EB37-68B3607DE215}"/>
          </ac:spMkLst>
        </pc:spChg>
        <pc:spChg chg="add mod">
          <ac:chgData name="daniel bazan" userId="12ef92c0183a0afd" providerId="LiveId" clId="{F17E3EA3-738E-47A0-B2A2-1682A5A802BA}" dt="2024-05-17T20:13:52.234" v="237" actId="1076"/>
          <ac:spMkLst>
            <pc:docMk/>
            <pc:sldMk cId="797162006" sldId="284"/>
            <ac:spMk id="11" creationId="{56AA6E55-D164-B829-B616-54A048296E21}"/>
          </ac:spMkLst>
        </pc:spChg>
        <pc:picChg chg="add mod">
          <ac:chgData name="daniel bazan" userId="12ef92c0183a0afd" providerId="LiveId" clId="{F17E3EA3-738E-47A0-B2A2-1682A5A802BA}" dt="2024-05-17T20:07:33.764" v="170" actId="1035"/>
          <ac:picMkLst>
            <pc:docMk/>
            <pc:sldMk cId="797162006" sldId="284"/>
            <ac:picMk id="3" creationId="{ECBE0143-C22E-122B-8262-B09C5CDADBDA}"/>
          </ac:picMkLst>
        </pc:picChg>
        <pc:picChg chg="add mod">
          <ac:chgData name="daniel bazan" userId="12ef92c0183a0afd" providerId="LiveId" clId="{F17E3EA3-738E-47A0-B2A2-1682A5A802BA}" dt="2024-05-17T20:07:57.076" v="217" actId="1076"/>
          <ac:picMkLst>
            <pc:docMk/>
            <pc:sldMk cId="797162006" sldId="284"/>
            <ac:picMk id="4" creationId="{55F63308-E1C9-5F06-5744-75A41CF8C1C6}"/>
          </ac:picMkLst>
        </pc:picChg>
      </pc:sldChg>
      <pc:sldChg chg="del">
        <pc:chgData name="daniel bazan" userId="12ef92c0183a0afd" providerId="LiveId" clId="{F17E3EA3-738E-47A0-B2A2-1682A5A802BA}" dt="2024-05-17T20:15:30.424" v="250" actId="47"/>
        <pc:sldMkLst>
          <pc:docMk/>
          <pc:sldMk cId="3743999113" sldId="286"/>
        </pc:sldMkLst>
      </pc:sldChg>
      <pc:sldChg chg="del">
        <pc:chgData name="daniel bazan" userId="12ef92c0183a0afd" providerId="LiveId" clId="{F17E3EA3-738E-47A0-B2A2-1682A5A802BA}" dt="2024-05-17T20:15:30.424" v="250" actId="47"/>
        <pc:sldMkLst>
          <pc:docMk/>
          <pc:sldMk cId="424143893" sldId="287"/>
        </pc:sldMkLst>
      </pc:sldChg>
      <pc:sldChg chg="del">
        <pc:chgData name="daniel bazan" userId="12ef92c0183a0afd" providerId="LiveId" clId="{F17E3EA3-738E-47A0-B2A2-1682A5A802BA}" dt="2024-05-17T20:15:30.424" v="250" actId="47"/>
        <pc:sldMkLst>
          <pc:docMk/>
          <pc:sldMk cId="3660392631" sldId="288"/>
        </pc:sldMkLst>
      </pc:sldChg>
      <pc:sldChg chg="del">
        <pc:chgData name="daniel bazan" userId="12ef92c0183a0afd" providerId="LiveId" clId="{F17E3EA3-738E-47A0-B2A2-1682A5A802BA}" dt="2024-05-17T20:15:30.424" v="250" actId="47"/>
        <pc:sldMkLst>
          <pc:docMk/>
          <pc:sldMk cId="2619938459" sldId="289"/>
        </pc:sldMkLst>
      </pc:sldChg>
      <pc:sldChg chg="addSp delSp modSp mod">
        <pc:chgData name="daniel bazan" userId="12ef92c0183a0afd" providerId="LiveId" clId="{F17E3EA3-738E-47A0-B2A2-1682A5A802BA}" dt="2024-05-17T20:34:58.494" v="357" actId="20577"/>
        <pc:sldMkLst>
          <pc:docMk/>
          <pc:sldMk cId="3762530262" sldId="290"/>
        </pc:sldMkLst>
        <pc:spChg chg="del">
          <ac:chgData name="daniel bazan" userId="12ef92c0183a0afd" providerId="LiveId" clId="{F17E3EA3-738E-47A0-B2A2-1682A5A802BA}" dt="2024-05-17T20:14:52.417" v="243" actId="478"/>
          <ac:spMkLst>
            <pc:docMk/>
            <pc:sldMk cId="3762530262" sldId="290"/>
            <ac:spMk id="2" creationId="{D6297C20-A1BA-ECD6-C84D-DD074BCEE754}"/>
          </ac:spMkLst>
        </pc:spChg>
        <pc:spChg chg="add mod">
          <ac:chgData name="daniel bazan" userId="12ef92c0183a0afd" providerId="LiveId" clId="{F17E3EA3-738E-47A0-B2A2-1682A5A802BA}" dt="2024-05-17T20:15:01.628" v="244" actId="1076"/>
          <ac:spMkLst>
            <pc:docMk/>
            <pc:sldMk cId="3762530262" sldId="290"/>
            <ac:spMk id="3" creationId="{8E22A00A-B539-95F0-F6CE-A63F4FA8573D}"/>
          </ac:spMkLst>
        </pc:spChg>
        <pc:spChg chg="add del mod">
          <ac:chgData name="daniel bazan" userId="12ef92c0183a0afd" providerId="LiveId" clId="{F17E3EA3-738E-47A0-B2A2-1682A5A802BA}" dt="2024-05-17T20:15:05.118" v="245" actId="478"/>
          <ac:spMkLst>
            <pc:docMk/>
            <pc:sldMk cId="3762530262" sldId="290"/>
            <ac:spMk id="5" creationId="{F84DEB57-E494-D1C8-061D-9EB7F9A0AF84}"/>
          </ac:spMkLst>
        </pc:spChg>
        <pc:spChg chg="add mod">
          <ac:chgData name="daniel bazan" userId="12ef92c0183a0afd" providerId="LiveId" clId="{F17E3EA3-738E-47A0-B2A2-1682A5A802BA}" dt="2024-05-17T20:31:21.723" v="285" actId="207"/>
          <ac:spMkLst>
            <pc:docMk/>
            <pc:sldMk cId="3762530262" sldId="290"/>
            <ac:spMk id="7" creationId="{C3419624-BAFB-943A-C169-026D8AB2E975}"/>
          </ac:spMkLst>
        </pc:spChg>
        <pc:spChg chg="del mod">
          <ac:chgData name="daniel bazan" userId="12ef92c0183a0afd" providerId="LiveId" clId="{F17E3EA3-738E-47A0-B2A2-1682A5A802BA}" dt="2024-05-17T20:02:10.510" v="60" actId="478"/>
          <ac:spMkLst>
            <pc:docMk/>
            <pc:sldMk cId="3762530262" sldId="290"/>
            <ac:spMk id="8" creationId="{90205A38-B15B-4440-F3FB-D2F4C06BE6AA}"/>
          </ac:spMkLst>
        </pc:spChg>
        <pc:spChg chg="add mod">
          <ac:chgData name="daniel bazan" userId="12ef92c0183a0afd" providerId="LiveId" clId="{F17E3EA3-738E-47A0-B2A2-1682A5A802BA}" dt="2024-05-17T20:34:58.494" v="357" actId="20577"/>
          <ac:spMkLst>
            <pc:docMk/>
            <pc:sldMk cId="3762530262" sldId="290"/>
            <ac:spMk id="10" creationId="{7BC98946-D4A6-2BA5-5DB0-B3C261569880}"/>
          </ac:spMkLst>
        </pc:spChg>
      </pc:sldChg>
      <pc:sldChg chg="del">
        <pc:chgData name="daniel bazan" userId="12ef92c0183a0afd" providerId="LiveId" clId="{F17E3EA3-738E-47A0-B2A2-1682A5A802BA}" dt="2024-05-17T20:15:30.424" v="250" actId="47"/>
        <pc:sldMkLst>
          <pc:docMk/>
          <pc:sldMk cId="2528851833" sldId="291"/>
        </pc:sldMkLst>
      </pc:sldChg>
      <pc:sldChg chg="delSp del mod">
        <pc:chgData name="daniel bazan" userId="12ef92c0183a0afd" providerId="LiveId" clId="{F17E3EA3-738E-47A0-B2A2-1682A5A802BA}" dt="2024-05-17T20:15:16.365" v="249" actId="47"/>
        <pc:sldMkLst>
          <pc:docMk/>
          <pc:sldMk cId="2890648275" sldId="292"/>
        </pc:sldMkLst>
        <pc:grpChg chg="del">
          <ac:chgData name="daniel bazan" userId="12ef92c0183a0afd" providerId="LiveId" clId="{F17E3EA3-738E-47A0-B2A2-1682A5A802BA}" dt="2024-05-17T20:02:15.866" v="63" actId="478"/>
          <ac:grpSpMkLst>
            <pc:docMk/>
            <pc:sldMk cId="2890648275" sldId="292"/>
            <ac:grpSpMk id="16" creationId="{509C7F91-3B96-4867-3C16-EF858244213F}"/>
          </ac:grpSpMkLst>
        </pc:grpChg>
        <pc:picChg chg="del">
          <ac:chgData name="daniel bazan" userId="12ef92c0183a0afd" providerId="LiveId" clId="{F17E3EA3-738E-47A0-B2A2-1682A5A802BA}" dt="2024-05-17T20:02:15.008" v="62" actId="478"/>
          <ac:picMkLst>
            <pc:docMk/>
            <pc:sldMk cId="2890648275" sldId="292"/>
            <ac:picMk id="7" creationId="{AB06F586-B212-AE47-3C5C-61948F0D3062}"/>
          </ac:picMkLst>
        </pc:picChg>
        <pc:picChg chg="del">
          <ac:chgData name="daniel bazan" userId="12ef92c0183a0afd" providerId="LiveId" clId="{F17E3EA3-738E-47A0-B2A2-1682A5A802BA}" dt="2024-05-17T20:02:13.867" v="61" actId="478"/>
          <ac:picMkLst>
            <pc:docMk/>
            <pc:sldMk cId="2890648275" sldId="292"/>
            <ac:picMk id="1026" creationId="{46FDEE72-31A0-874F-1325-8013D16EF2D9}"/>
          </ac:picMkLst>
        </pc:picChg>
      </pc:sldChg>
      <pc:sldChg chg="del">
        <pc:chgData name="daniel bazan" userId="12ef92c0183a0afd" providerId="LiveId" clId="{F17E3EA3-738E-47A0-B2A2-1682A5A802BA}" dt="2024-05-17T20:15:30.424" v="250" actId="47"/>
        <pc:sldMkLst>
          <pc:docMk/>
          <pc:sldMk cId="2718318103" sldId="293"/>
        </pc:sldMkLst>
      </pc:sldChg>
      <pc:sldChg chg="del">
        <pc:chgData name="daniel bazan" userId="12ef92c0183a0afd" providerId="LiveId" clId="{F17E3EA3-738E-47A0-B2A2-1682A5A802BA}" dt="2024-05-17T20:15:30.424" v="250" actId="47"/>
        <pc:sldMkLst>
          <pc:docMk/>
          <pc:sldMk cId="3788152693" sldId="294"/>
        </pc:sldMkLst>
      </pc:sldChg>
      <pc:sldChg chg="addSp modSp add mod">
        <pc:chgData name="daniel bazan" userId="12ef92c0183a0afd" providerId="LiveId" clId="{F17E3EA3-738E-47A0-B2A2-1682A5A802BA}" dt="2024-05-17T20:36:38.483" v="376" actId="123"/>
        <pc:sldMkLst>
          <pc:docMk/>
          <pc:sldMk cId="143237465" sldId="295"/>
        </pc:sldMkLst>
        <pc:spChg chg="add mod">
          <ac:chgData name="daniel bazan" userId="12ef92c0183a0afd" providerId="LiveId" clId="{F17E3EA3-738E-47A0-B2A2-1682A5A802BA}" dt="2024-05-17T20:36:38.483" v="376" actId="123"/>
          <ac:spMkLst>
            <pc:docMk/>
            <pc:sldMk cId="143237465" sldId="295"/>
            <ac:spMk id="4" creationId="{10EE872C-6683-AA68-BDCE-7E320E8EB065}"/>
          </ac:spMkLst>
        </pc:spChg>
      </pc:sldChg>
      <pc:sldChg chg="add del setBg">
        <pc:chgData name="daniel bazan" userId="12ef92c0183a0afd" providerId="LiveId" clId="{F17E3EA3-738E-47A0-B2A2-1682A5A802BA}" dt="2024-05-17T20:15:11.843" v="247" actId="47"/>
        <pc:sldMkLst>
          <pc:docMk/>
          <pc:sldMk cId="3195835294" sldId="295"/>
        </pc:sldMkLst>
      </pc:sldChg>
      <pc:sldChg chg="addSp delSp modSp add mod">
        <pc:chgData name="daniel bazan" userId="12ef92c0183a0afd" providerId="LiveId" clId="{F17E3EA3-738E-47A0-B2A2-1682A5A802BA}" dt="2024-05-17T20:59:58.079" v="504" actId="123"/>
        <pc:sldMkLst>
          <pc:docMk/>
          <pc:sldMk cId="61005385" sldId="296"/>
        </pc:sldMkLst>
        <pc:spChg chg="add del">
          <ac:chgData name="daniel bazan" userId="12ef92c0183a0afd" providerId="LiveId" clId="{F17E3EA3-738E-47A0-B2A2-1682A5A802BA}" dt="2024-05-17T20:38:45.878" v="378" actId="22"/>
          <ac:spMkLst>
            <pc:docMk/>
            <pc:sldMk cId="61005385" sldId="296"/>
            <ac:spMk id="4" creationId="{8068EB50-9369-989A-C863-20F54FCB7650}"/>
          </ac:spMkLst>
        </pc:spChg>
        <pc:spChg chg="add mod">
          <ac:chgData name="daniel bazan" userId="12ef92c0183a0afd" providerId="LiveId" clId="{F17E3EA3-738E-47A0-B2A2-1682A5A802BA}" dt="2024-05-17T20:59:58.079" v="504" actId="123"/>
          <ac:spMkLst>
            <pc:docMk/>
            <pc:sldMk cId="61005385" sldId="296"/>
            <ac:spMk id="6" creationId="{7782E8F5-A570-1ED9-CC4C-BA3350CA65E5}"/>
          </ac:spMkLst>
        </pc:spChg>
        <pc:picChg chg="add del mod">
          <ac:chgData name="daniel bazan" userId="12ef92c0183a0afd" providerId="LiveId" clId="{F17E3EA3-738E-47A0-B2A2-1682A5A802BA}" dt="2024-05-17T20:54:02.543" v="445" actId="478"/>
          <ac:picMkLst>
            <pc:docMk/>
            <pc:sldMk cId="61005385" sldId="296"/>
            <ac:picMk id="8" creationId="{AEEA40C4-9C82-720E-4FA7-95ED7B41672D}"/>
          </ac:picMkLst>
        </pc:picChg>
        <pc:picChg chg="add del">
          <ac:chgData name="daniel bazan" userId="12ef92c0183a0afd" providerId="LiveId" clId="{F17E3EA3-738E-47A0-B2A2-1682A5A802BA}" dt="2024-05-17T20:47:50.399" v="444" actId="478"/>
          <ac:picMkLst>
            <pc:docMk/>
            <pc:sldMk cId="61005385" sldId="296"/>
            <ac:picMk id="10" creationId="{936E7860-6BBE-E2D0-83C9-8F1F18D90B07}"/>
          </ac:picMkLst>
        </pc:picChg>
      </pc:sldChg>
      <pc:sldChg chg="addSp modSp add del mod">
        <pc:chgData name="daniel bazan" userId="12ef92c0183a0afd" providerId="LiveId" clId="{F17E3EA3-738E-47A0-B2A2-1682A5A802BA}" dt="2024-05-17T21:13:48.148" v="592" actId="47"/>
        <pc:sldMkLst>
          <pc:docMk/>
          <pc:sldMk cId="1043276377" sldId="297"/>
        </pc:sldMkLst>
        <pc:spChg chg="add mod">
          <ac:chgData name="daniel bazan" userId="12ef92c0183a0afd" providerId="LiveId" clId="{F17E3EA3-738E-47A0-B2A2-1682A5A802BA}" dt="2024-05-17T21:01:16.503" v="514" actId="6549"/>
          <ac:spMkLst>
            <pc:docMk/>
            <pc:sldMk cId="1043276377" sldId="297"/>
            <ac:spMk id="4" creationId="{70DE6C49-725F-C402-9372-3B607BE4F2C2}"/>
          </ac:spMkLst>
        </pc:spChg>
        <pc:picChg chg="add mod">
          <ac:chgData name="daniel bazan" userId="12ef92c0183a0afd" providerId="LiveId" clId="{F17E3EA3-738E-47A0-B2A2-1682A5A802BA}" dt="2024-05-17T21:01:39.064" v="516" actId="1076"/>
          <ac:picMkLst>
            <pc:docMk/>
            <pc:sldMk cId="1043276377" sldId="297"/>
            <ac:picMk id="5" creationId="{2C161442-0A13-2086-8738-83015DFAB73B}"/>
          </ac:picMkLst>
        </pc:picChg>
      </pc:sldChg>
      <pc:sldChg chg="addSp modSp add mod">
        <pc:chgData name="daniel bazan" userId="12ef92c0183a0afd" providerId="LiveId" clId="{F17E3EA3-738E-47A0-B2A2-1682A5A802BA}" dt="2024-05-17T21:13:31.859" v="591" actId="20577"/>
        <pc:sldMkLst>
          <pc:docMk/>
          <pc:sldMk cId="1043073629" sldId="298"/>
        </pc:sldMkLst>
        <pc:spChg chg="mod">
          <ac:chgData name="daniel bazan" userId="12ef92c0183a0afd" providerId="LiveId" clId="{F17E3EA3-738E-47A0-B2A2-1682A5A802BA}" dt="2024-05-17T21:13:31.859" v="591" actId="20577"/>
          <ac:spMkLst>
            <pc:docMk/>
            <pc:sldMk cId="1043073629" sldId="298"/>
            <ac:spMk id="4" creationId="{70DE6C49-725F-C402-9372-3B607BE4F2C2}"/>
          </ac:spMkLst>
        </pc:spChg>
        <pc:spChg chg="add mod">
          <ac:chgData name="daniel bazan" userId="12ef92c0183a0afd" providerId="LiveId" clId="{F17E3EA3-738E-47A0-B2A2-1682A5A802BA}" dt="2024-05-17T21:04:01.490" v="533" actId="20577"/>
          <ac:spMkLst>
            <pc:docMk/>
            <pc:sldMk cId="1043073629" sldId="298"/>
            <ac:spMk id="6" creationId="{C68B62AF-D4CF-92BF-499A-5B51539ABFCF}"/>
          </ac:spMkLst>
        </pc:spChg>
        <pc:picChg chg="mod">
          <ac:chgData name="daniel bazan" userId="12ef92c0183a0afd" providerId="LiveId" clId="{F17E3EA3-738E-47A0-B2A2-1682A5A802BA}" dt="2024-05-17T21:04:23.406" v="534" actId="14100"/>
          <ac:picMkLst>
            <pc:docMk/>
            <pc:sldMk cId="1043073629" sldId="298"/>
            <ac:picMk id="5" creationId="{2C161442-0A13-2086-8738-83015DFAB73B}"/>
          </ac:picMkLst>
        </pc:picChg>
      </pc:sldChg>
      <pc:sldChg chg="addSp delSp modSp add mod">
        <pc:chgData name="daniel bazan" userId="12ef92c0183a0afd" providerId="LiveId" clId="{F17E3EA3-738E-47A0-B2A2-1682A5A802BA}" dt="2024-05-17T21:30:02.181" v="692" actId="108"/>
        <pc:sldMkLst>
          <pc:docMk/>
          <pc:sldMk cId="3448702989" sldId="299"/>
        </pc:sldMkLst>
        <pc:spChg chg="mod">
          <ac:chgData name="daniel bazan" userId="12ef92c0183a0afd" providerId="LiveId" clId="{F17E3EA3-738E-47A0-B2A2-1682A5A802BA}" dt="2024-05-17T21:29:44.689" v="689" actId="123"/>
          <ac:spMkLst>
            <pc:docMk/>
            <pc:sldMk cId="3448702989" sldId="299"/>
            <ac:spMk id="4" creationId="{70DE6C49-725F-C402-9372-3B607BE4F2C2}"/>
          </ac:spMkLst>
        </pc:spChg>
        <pc:spChg chg="add mod">
          <ac:chgData name="daniel bazan" userId="12ef92c0183a0afd" providerId="LiveId" clId="{F17E3EA3-738E-47A0-B2A2-1682A5A802BA}" dt="2024-05-17T21:30:02.181" v="692" actId="108"/>
          <ac:spMkLst>
            <pc:docMk/>
            <pc:sldMk cId="3448702989" sldId="299"/>
            <ac:spMk id="7" creationId="{12955E04-12A4-7DA2-2A06-8C5B91EC3324}"/>
          </ac:spMkLst>
        </pc:spChg>
        <pc:picChg chg="add mod">
          <ac:chgData name="daniel bazan" userId="12ef92c0183a0afd" providerId="LiveId" clId="{F17E3EA3-738E-47A0-B2A2-1682A5A802BA}" dt="2024-05-17T21:28:12.060" v="682" actId="1076"/>
          <ac:picMkLst>
            <pc:docMk/>
            <pc:sldMk cId="3448702989" sldId="299"/>
            <ac:picMk id="2" creationId="{9CB0F04A-6E8E-82BF-B2EB-813DF057479E}"/>
          </ac:picMkLst>
        </pc:picChg>
        <pc:picChg chg="del">
          <ac:chgData name="daniel bazan" userId="12ef92c0183a0afd" providerId="LiveId" clId="{F17E3EA3-738E-47A0-B2A2-1682A5A802BA}" dt="2024-05-17T21:26:58.043" v="671" actId="478"/>
          <ac:picMkLst>
            <pc:docMk/>
            <pc:sldMk cId="3448702989" sldId="299"/>
            <ac:picMk id="5" creationId="{2C161442-0A13-2086-8738-83015DFAB73B}"/>
          </ac:picMkLst>
        </pc:picChg>
      </pc:sldChg>
      <pc:sldChg chg="addSp delSp modSp add mod">
        <pc:chgData name="daniel bazan" userId="12ef92c0183a0afd" providerId="LiveId" clId="{F17E3EA3-738E-47A0-B2A2-1682A5A802BA}" dt="2024-05-17T21:15:29.759" v="605" actId="123"/>
        <pc:sldMkLst>
          <pc:docMk/>
          <pc:sldMk cId="512838069" sldId="300"/>
        </pc:sldMkLst>
        <pc:spChg chg="mod">
          <ac:chgData name="daniel bazan" userId="12ef92c0183a0afd" providerId="LiveId" clId="{F17E3EA3-738E-47A0-B2A2-1682A5A802BA}" dt="2024-05-17T21:15:29.759" v="605" actId="123"/>
          <ac:spMkLst>
            <pc:docMk/>
            <pc:sldMk cId="512838069" sldId="300"/>
            <ac:spMk id="4" creationId="{70DE6C49-725F-C402-9372-3B607BE4F2C2}"/>
          </ac:spMkLst>
        </pc:spChg>
        <pc:spChg chg="add mod">
          <ac:chgData name="daniel bazan" userId="12ef92c0183a0afd" providerId="LiveId" clId="{F17E3EA3-738E-47A0-B2A2-1682A5A802BA}" dt="2024-05-17T21:11:37.120" v="556" actId="1076"/>
          <ac:spMkLst>
            <pc:docMk/>
            <pc:sldMk cId="512838069" sldId="300"/>
            <ac:spMk id="8" creationId="{CFDEE634-7E98-C9AC-1B97-696CED9468AA}"/>
          </ac:spMkLst>
        </pc:spChg>
        <pc:spChg chg="add mod">
          <ac:chgData name="daniel bazan" userId="12ef92c0183a0afd" providerId="LiveId" clId="{F17E3EA3-738E-47A0-B2A2-1682A5A802BA}" dt="2024-05-17T21:12:16.700" v="564"/>
          <ac:spMkLst>
            <pc:docMk/>
            <pc:sldMk cId="512838069" sldId="300"/>
            <ac:spMk id="10" creationId="{2899ED22-51D8-BE5B-4310-AA7F68DC1315}"/>
          </ac:spMkLst>
        </pc:spChg>
        <pc:picChg chg="add mod">
          <ac:chgData name="daniel bazan" userId="12ef92c0183a0afd" providerId="LiveId" clId="{F17E3EA3-738E-47A0-B2A2-1682A5A802BA}" dt="2024-05-17T21:10:46.994" v="553" actId="1076"/>
          <ac:picMkLst>
            <pc:docMk/>
            <pc:sldMk cId="512838069" sldId="300"/>
            <ac:picMk id="2" creationId="{0B18887A-75B5-17FA-8318-6C28E1199147}"/>
          </ac:picMkLst>
        </pc:picChg>
        <pc:picChg chg="del">
          <ac:chgData name="daniel bazan" userId="12ef92c0183a0afd" providerId="LiveId" clId="{F17E3EA3-738E-47A0-B2A2-1682A5A802BA}" dt="2024-05-17T21:08:31.833" v="539" actId="478"/>
          <ac:picMkLst>
            <pc:docMk/>
            <pc:sldMk cId="512838069" sldId="300"/>
            <ac:picMk id="5" creationId="{2C161442-0A13-2086-8738-83015DFAB73B}"/>
          </ac:picMkLst>
        </pc:picChg>
        <pc:picChg chg="add mod">
          <ac:chgData name="daniel bazan" userId="12ef92c0183a0afd" providerId="LiveId" clId="{F17E3EA3-738E-47A0-B2A2-1682A5A802BA}" dt="2024-05-17T21:10:48.540" v="554" actId="1076"/>
          <ac:picMkLst>
            <pc:docMk/>
            <pc:sldMk cId="512838069" sldId="300"/>
            <ac:picMk id="6" creationId="{77D69F65-D2BE-114E-1D5B-0428300EE3DB}"/>
          </ac:picMkLst>
        </pc:picChg>
        <pc:picChg chg="add del mod">
          <ac:chgData name="daniel bazan" userId="12ef92c0183a0afd" providerId="LiveId" clId="{F17E3EA3-738E-47A0-B2A2-1682A5A802BA}" dt="2024-05-17T21:09:14.024" v="542" actId="478"/>
          <ac:picMkLst>
            <pc:docMk/>
            <pc:sldMk cId="512838069" sldId="300"/>
            <ac:picMk id="1026" creationId="{D75F5FA8-45BD-1BB0-9720-ECBAEFACE3AF}"/>
          </ac:picMkLst>
        </pc:picChg>
      </pc:sldChg>
      <pc:sldChg chg="addSp delSp modSp add mod">
        <pc:chgData name="daniel bazan" userId="12ef92c0183a0afd" providerId="LiveId" clId="{F17E3EA3-738E-47A0-B2A2-1682A5A802BA}" dt="2024-05-17T21:44:33.827" v="708" actId="108"/>
        <pc:sldMkLst>
          <pc:docMk/>
          <pc:sldMk cId="2317828474" sldId="301"/>
        </pc:sldMkLst>
        <pc:spChg chg="mod">
          <ac:chgData name="daniel bazan" userId="12ef92c0183a0afd" providerId="LiveId" clId="{F17E3EA3-738E-47A0-B2A2-1682A5A802BA}" dt="2024-05-17T21:43:49.235" v="698"/>
          <ac:spMkLst>
            <pc:docMk/>
            <pc:sldMk cId="2317828474" sldId="301"/>
            <ac:spMk id="4" creationId="{70DE6C49-725F-C402-9372-3B607BE4F2C2}"/>
          </ac:spMkLst>
        </pc:spChg>
        <pc:spChg chg="add mod">
          <ac:chgData name="daniel bazan" userId="12ef92c0183a0afd" providerId="LiveId" clId="{F17E3EA3-738E-47A0-B2A2-1682A5A802BA}" dt="2024-05-17T21:44:33.827" v="708" actId="108"/>
          <ac:spMkLst>
            <pc:docMk/>
            <pc:sldMk cId="2317828474" sldId="301"/>
            <ac:spMk id="7" creationId="{349B56D8-CEC4-6860-E8E8-3E0966CDA7E1}"/>
          </ac:spMkLst>
        </pc:spChg>
        <pc:picChg chg="add mod">
          <ac:chgData name="daniel bazan" userId="12ef92c0183a0afd" providerId="LiveId" clId="{F17E3EA3-738E-47A0-B2A2-1682A5A802BA}" dt="2024-05-17T21:44:03.256" v="702" actId="1076"/>
          <ac:picMkLst>
            <pc:docMk/>
            <pc:sldMk cId="2317828474" sldId="301"/>
            <ac:picMk id="2" creationId="{3C5F4DA0-D2B9-19BF-FB9B-F620C8FDCE90}"/>
          </ac:picMkLst>
        </pc:picChg>
        <pc:picChg chg="del">
          <ac:chgData name="daniel bazan" userId="12ef92c0183a0afd" providerId="LiveId" clId="{F17E3EA3-738E-47A0-B2A2-1682A5A802BA}" dt="2024-05-17T21:43:51.320" v="699" actId="478"/>
          <ac:picMkLst>
            <pc:docMk/>
            <pc:sldMk cId="2317828474" sldId="301"/>
            <ac:picMk id="5" creationId="{2C161442-0A13-2086-8738-83015DFAB73B}"/>
          </ac:picMkLst>
        </pc:picChg>
      </pc:sldChg>
      <pc:sldChg chg="addSp delSp modSp add mod ord">
        <pc:chgData name="daniel bazan" userId="12ef92c0183a0afd" providerId="LiveId" clId="{F17E3EA3-738E-47A0-B2A2-1682A5A802BA}" dt="2024-05-17T21:22:36.818" v="650" actId="20577"/>
        <pc:sldMkLst>
          <pc:docMk/>
          <pc:sldMk cId="2544146955" sldId="302"/>
        </pc:sldMkLst>
        <pc:spChg chg="mod">
          <ac:chgData name="daniel bazan" userId="12ef92c0183a0afd" providerId="LiveId" clId="{F17E3EA3-738E-47A0-B2A2-1682A5A802BA}" dt="2024-05-17T21:22:36.818" v="650" actId="20577"/>
          <ac:spMkLst>
            <pc:docMk/>
            <pc:sldMk cId="2544146955" sldId="302"/>
            <ac:spMk id="4" creationId="{70DE6C49-725F-C402-9372-3B607BE4F2C2}"/>
          </ac:spMkLst>
        </pc:spChg>
        <pc:spChg chg="add mod">
          <ac:chgData name="daniel bazan" userId="12ef92c0183a0afd" providerId="LiveId" clId="{F17E3EA3-738E-47A0-B2A2-1682A5A802BA}" dt="2024-05-17T21:16:31.051" v="613" actId="14100"/>
          <ac:spMkLst>
            <pc:docMk/>
            <pc:sldMk cId="2544146955" sldId="302"/>
            <ac:spMk id="6" creationId="{909EE840-529A-40D8-4CBD-C01B54603AFA}"/>
          </ac:spMkLst>
        </pc:spChg>
        <pc:spChg chg="add del mod">
          <ac:chgData name="daniel bazan" userId="12ef92c0183a0afd" providerId="LiveId" clId="{F17E3EA3-738E-47A0-B2A2-1682A5A802BA}" dt="2024-05-17T21:19:20.611" v="634" actId="478"/>
          <ac:spMkLst>
            <pc:docMk/>
            <pc:sldMk cId="2544146955" sldId="302"/>
            <ac:spMk id="9" creationId="{C1A7520A-081D-B81C-D48E-09815AC4F900}"/>
          </ac:spMkLst>
        </pc:spChg>
        <pc:picChg chg="del">
          <ac:chgData name="daniel bazan" userId="12ef92c0183a0afd" providerId="LiveId" clId="{F17E3EA3-738E-47A0-B2A2-1682A5A802BA}" dt="2024-05-17T21:16:05.666" v="606" actId="478"/>
          <ac:picMkLst>
            <pc:docMk/>
            <pc:sldMk cId="2544146955" sldId="302"/>
            <ac:picMk id="5" creationId="{2C161442-0A13-2086-8738-83015DFAB73B}"/>
          </ac:picMkLst>
        </pc:picChg>
        <pc:picChg chg="add mod">
          <ac:chgData name="daniel bazan" userId="12ef92c0183a0afd" providerId="LiveId" clId="{F17E3EA3-738E-47A0-B2A2-1682A5A802BA}" dt="2024-05-17T21:17:05.492" v="615" actId="1076"/>
          <ac:picMkLst>
            <pc:docMk/>
            <pc:sldMk cId="2544146955" sldId="302"/>
            <ac:picMk id="7" creationId="{61175204-2B0B-05BD-246C-E15B5E9F559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E2576E-E4A6-4733-AC36-9EE4E149EF65}" type="datetimeFigureOut">
              <a:rPr lang="es-AR" smtClean="0"/>
              <a:t>22/10/2024</a:t>
            </a:fld>
            <a:endParaRPr lang="es-AR"/>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089A20-BFF8-402F-B2AD-4B1C17A13423}" type="slidenum">
              <a:rPr lang="es-AR" smtClean="0"/>
              <a:t>‹Nº›</a:t>
            </a:fld>
            <a:endParaRPr lang="es-AR"/>
          </a:p>
        </p:txBody>
      </p:sp>
    </p:spTree>
    <p:extLst>
      <p:ext uri="{BB962C8B-B14F-4D97-AF65-F5344CB8AC3E}">
        <p14:creationId xmlns:p14="http://schemas.microsoft.com/office/powerpoint/2010/main" val="25826438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a:p>
        </p:txBody>
      </p:sp>
      <p:sp>
        <p:nvSpPr>
          <p:cNvPr id="4" name="Marcador de número de diapositiva 3"/>
          <p:cNvSpPr>
            <a:spLocks noGrp="1"/>
          </p:cNvSpPr>
          <p:nvPr>
            <p:ph type="sldNum" sz="quarter" idx="5"/>
          </p:nvPr>
        </p:nvSpPr>
        <p:spPr/>
        <p:txBody>
          <a:bodyPr/>
          <a:lstStyle/>
          <a:p>
            <a:fld id="{CC089A20-BFF8-402F-B2AD-4B1C17A13423}" type="slidenum">
              <a:rPr lang="es-AR" smtClean="0"/>
              <a:t>8</a:t>
            </a:fld>
            <a:endParaRPr lang="es-AR"/>
          </a:p>
        </p:txBody>
      </p:sp>
    </p:spTree>
    <p:extLst>
      <p:ext uri="{BB962C8B-B14F-4D97-AF65-F5344CB8AC3E}">
        <p14:creationId xmlns:p14="http://schemas.microsoft.com/office/powerpoint/2010/main" val="11038476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AE9AC15-B7EE-F94F-9ECF-F3D64FA0D947}"/>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AR"/>
          </a:p>
        </p:txBody>
      </p:sp>
      <p:sp>
        <p:nvSpPr>
          <p:cNvPr id="3" name="Subtítulo 2">
            <a:extLst>
              <a:ext uri="{FF2B5EF4-FFF2-40B4-BE49-F238E27FC236}">
                <a16:creationId xmlns:a16="http://schemas.microsoft.com/office/drawing/2014/main" id="{CEA21942-2930-D0FA-F58D-1C084D9397D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AR"/>
          </a:p>
        </p:txBody>
      </p:sp>
      <p:sp>
        <p:nvSpPr>
          <p:cNvPr id="4" name="Marcador de fecha 3">
            <a:extLst>
              <a:ext uri="{FF2B5EF4-FFF2-40B4-BE49-F238E27FC236}">
                <a16:creationId xmlns:a16="http://schemas.microsoft.com/office/drawing/2014/main" id="{2D276FFB-830F-35C6-D15D-DE15763F5E24}"/>
              </a:ext>
            </a:extLst>
          </p:cNvPr>
          <p:cNvSpPr>
            <a:spLocks noGrp="1"/>
          </p:cNvSpPr>
          <p:nvPr>
            <p:ph type="dt" sz="half" idx="10"/>
          </p:nvPr>
        </p:nvSpPr>
        <p:spPr/>
        <p:txBody>
          <a:bodyPr/>
          <a:lstStyle/>
          <a:p>
            <a:fld id="{4ABA120E-5EB1-4F3C-9975-D48F4C629F3E}" type="datetimeFigureOut">
              <a:rPr lang="es-AR" smtClean="0"/>
              <a:t>22/10/2024</a:t>
            </a:fld>
            <a:endParaRPr lang="es-AR"/>
          </a:p>
        </p:txBody>
      </p:sp>
      <p:sp>
        <p:nvSpPr>
          <p:cNvPr id="5" name="Marcador de pie de página 4">
            <a:extLst>
              <a:ext uri="{FF2B5EF4-FFF2-40B4-BE49-F238E27FC236}">
                <a16:creationId xmlns:a16="http://schemas.microsoft.com/office/drawing/2014/main" id="{89531A40-64BE-7C8E-A7D3-636DFF175834}"/>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C6A6A8B7-5E61-14B0-BFBB-C71165E443D3}"/>
              </a:ext>
            </a:extLst>
          </p:cNvPr>
          <p:cNvSpPr>
            <a:spLocks noGrp="1"/>
          </p:cNvSpPr>
          <p:nvPr>
            <p:ph type="sldNum" sz="quarter" idx="12"/>
          </p:nvPr>
        </p:nvSpPr>
        <p:spPr/>
        <p:txBody>
          <a:bodyPr/>
          <a:lstStyle/>
          <a:p>
            <a:fld id="{913B4260-F7DC-46C0-A3CA-7B46E09FEBBE}" type="slidenum">
              <a:rPr lang="es-AR" smtClean="0"/>
              <a:t>‹Nº›</a:t>
            </a:fld>
            <a:endParaRPr lang="es-AR"/>
          </a:p>
        </p:txBody>
      </p:sp>
    </p:spTree>
    <p:extLst>
      <p:ext uri="{BB962C8B-B14F-4D97-AF65-F5344CB8AC3E}">
        <p14:creationId xmlns:p14="http://schemas.microsoft.com/office/powerpoint/2010/main" val="23010750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3F9B4C-52EC-8437-FACC-4B0BB5AFE2E0}"/>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36F65391-E579-08B9-C298-95B787DC6C87}"/>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C767DBAE-3A12-B0CF-7353-85E9B0E92C5C}"/>
              </a:ext>
            </a:extLst>
          </p:cNvPr>
          <p:cNvSpPr>
            <a:spLocks noGrp="1"/>
          </p:cNvSpPr>
          <p:nvPr>
            <p:ph type="dt" sz="half" idx="10"/>
          </p:nvPr>
        </p:nvSpPr>
        <p:spPr/>
        <p:txBody>
          <a:bodyPr/>
          <a:lstStyle/>
          <a:p>
            <a:fld id="{4ABA120E-5EB1-4F3C-9975-D48F4C629F3E}" type="datetimeFigureOut">
              <a:rPr lang="es-AR" smtClean="0"/>
              <a:t>22/10/2024</a:t>
            </a:fld>
            <a:endParaRPr lang="es-AR"/>
          </a:p>
        </p:txBody>
      </p:sp>
      <p:sp>
        <p:nvSpPr>
          <p:cNvPr id="5" name="Marcador de pie de página 4">
            <a:extLst>
              <a:ext uri="{FF2B5EF4-FFF2-40B4-BE49-F238E27FC236}">
                <a16:creationId xmlns:a16="http://schemas.microsoft.com/office/drawing/2014/main" id="{499DEA90-D052-A9BB-B9AF-0BAE08755D9B}"/>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9FDA5C9E-F6EB-1AFB-6B98-7E2DD160A730}"/>
              </a:ext>
            </a:extLst>
          </p:cNvPr>
          <p:cNvSpPr>
            <a:spLocks noGrp="1"/>
          </p:cNvSpPr>
          <p:nvPr>
            <p:ph type="sldNum" sz="quarter" idx="12"/>
          </p:nvPr>
        </p:nvSpPr>
        <p:spPr/>
        <p:txBody>
          <a:bodyPr/>
          <a:lstStyle/>
          <a:p>
            <a:fld id="{913B4260-F7DC-46C0-A3CA-7B46E09FEBBE}" type="slidenum">
              <a:rPr lang="es-AR" smtClean="0"/>
              <a:t>‹Nº›</a:t>
            </a:fld>
            <a:endParaRPr lang="es-AR"/>
          </a:p>
        </p:txBody>
      </p:sp>
    </p:spTree>
    <p:extLst>
      <p:ext uri="{BB962C8B-B14F-4D97-AF65-F5344CB8AC3E}">
        <p14:creationId xmlns:p14="http://schemas.microsoft.com/office/powerpoint/2010/main" val="2850191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297EBD-26AB-FC71-E78C-AB73F59880F2}"/>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14B9C90A-31CC-B381-02F1-9B8CA3FEC3E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55CF8948-7E01-452E-34D9-CE4A2A80B8D8}"/>
              </a:ext>
            </a:extLst>
          </p:cNvPr>
          <p:cNvSpPr>
            <a:spLocks noGrp="1"/>
          </p:cNvSpPr>
          <p:nvPr>
            <p:ph type="dt" sz="half" idx="10"/>
          </p:nvPr>
        </p:nvSpPr>
        <p:spPr/>
        <p:txBody>
          <a:bodyPr/>
          <a:lstStyle/>
          <a:p>
            <a:fld id="{4ABA120E-5EB1-4F3C-9975-D48F4C629F3E}" type="datetimeFigureOut">
              <a:rPr lang="es-AR" smtClean="0"/>
              <a:t>22/10/2024</a:t>
            </a:fld>
            <a:endParaRPr lang="es-AR"/>
          </a:p>
        </p:txBody>
      </p:sp>
      <p:sp>
        <p:nvSpPr>
          <p:cNvPr id="5" name="Marcador de pie de página 4">
            <a:extLst>
              <a:ext uri="{FF2B5EF4-FFF2-40B4-BE49-F238E27FC236}">
                <a16:creationId xmlns:a16="http://schemas.microsoft.com/office/drawing/2014/main" id="{5B164461-2075-FFF2-DE4F-1CBF6B47A8C4}"/>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311A9AA4-F3CB-B16B-0CE6-FA445A492803}"/>
              </a:ext>
            </a:extLst>
          </p:cNvPr>
          <p:cNvSpPr>
            <a:spLocks noGrp="1"/>
          </p:cNvSpPr>
          <p:nvPr>
            <p:ph type="sldNum" sz="quarter" idx="12"/>
          </p:nvPr>
        </p:nvSpPr>
        <p:spPr/>
        <p:txBody>
          <a:bodyPr/>
          <a:lstStyle/>
          <a:p>
            <a:fld id="{913B4260-F7DC-46C0-A3CA-7B46E09FEBBE}" type="slidenum">
              <a:rPr lang="es-AR" smtClean="0"/>
              <a:t>‹Nº›</a:t>
            </a:fld>
            <a:endParaRPr lang="es-AR"/>
          </a:p>
        </p:txBody>
      </p:sp>
    </p:spTree>
    <p:extLst>
      <p:ext uri="{BB962C8B-B14F-4D97-AF65-F5344CB8AC3E}">
        <p14:creationId xmlns:p14="http://schemas.microsoft.com/office/powerpoint/2010/main" val="33417725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3F61FA3-7D54-7F52-A4F7-732563E03559}"/>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71267398-0030-EBAD-F2B1-FF9885E76C3A}"/>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contenido 3">
            <a:extLst>
              <a:ext uri="{FF2B5EF4-FFF2-40B4-BE49-F238E27FC236}">
                <a16:creationId xmlns:a16="http://schemas.microsoft.com/office/drawing/2014/main" id="{E66168BF-7E1E-FEB2-EE98-F2675BFA82D5}"/>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Marcador de fecha 4">
            <a:extLst>
              <a:ext uri="{FF2B5EF4-FFF2-40B4-BE49-F238E27FC236}">
                <a16:creationId xmlns:a16="http://schemas.microsoft.com/office/drawing/2014/main" id="{F5ACCBCF-F4F3-D353-58D9-A0BF8C0D2270}"/>
              </a:ext>
            </a:extLst>
          </p:cNvPr>
          <p:cNvSpPr>
            <a:spLocks noGrp="1"/>
          </p:cNvSpPr>
          <p:nvPr>
            <p:ph type="dt" sz="half" idx="10"/>
          </p:nvPr>
        </p:nvSpPr>
        <p:spPr/>
        <p:txBody>
          <a:bodyPr/>
          <a:lstStyle/>
          <a:p>
            <a:fld id="{4ABA120E-5EB1-4F3C-9975-D48F4C629F3E}" type="datetimeFigureOut">
              <a:rPr lang="es-AR" smtClean="0"/>
              <a:t>22/10/2024</a:t>
            </a:fld>
            <a:endParaRPr lang="es-AR"/>
          </a:p>
        </p:txBody>
      </p:sp>
      <p:sp>
        <p:nvSpPr>
          <p:cNvPr id="6" name="Marcador de pie de página 5">
            <a:extLst>
              <a:ext uri="{FF2B5EF4-FFF2-40B4-BE49-F238E27FC236}">
                <a16:creationId xmlns:a16="http://schemas.microsoft.com/office/drawing/2014/main" id="{E09F5D2C-1A35-313F-0C64-9D5D1DA1516B}"/>
              </a:ext>
            </a:extLst>
          </p:cNvPr>
          <p:cNvSpPr>
            <a:spLocks noGrp="1"/>
          </p:cNvSpPr>
          <p:nvPr>
            <p:ph type="ftr" sz="quarter" idx="11"/>
          </p:nvPr>
        </p:nvSpPr>
        <p:spPr/>
        <p:txBody>
          <a:bodyPr/>
          <a:lstStyle/>
          <a:p>
            <a:endParaRPr lang="es-AR"/>
          </a:p>
        </p:txBody>
      </p:sp>
      <p:sp>
        <p:nvSpPr>
          <p:cNvPr id="7" name="Marcador de número de diapositiva 6">
            <a:extLst>
              <a:ext uri="{FF2B5EF4-FFF2-40B4-BE49-F238E27FC236}">
                <a16:creationId xmlns:a16="http://schemas.microsoft.com/office/drawing/2014/main" id="{75A8046B-B45E-8B05-4C36-B4C4CA0E90FD}"/>
              </a:ext>
            </a:extLst>
          </p:cNvPr>
          <p:cNvSpPr>
            <a:spLocks noGrp="1"/>
          </p:cNvSpPr>
          <p:nvPr>
            <p:ph type="sldNum" sz="quarter" idx="12"/>
          </p:nvPr>
        </p:nvSpPr>
        <p:spPr/>
        <p:txBody>
          <a:bodyPr/>
          <a:lstStyle/>
          <a:p>
            <a:fld id="{913B4260-F7DC-46C0-A3CA-7B46E09FEBBE}" type="slidenum">
              <a:rPr lang="es-AR" smtClean="0"/>
              <a:t>‹Nº›</a:t>
            </a:fld>
            <a:endParaRPr lang="es-AR"/>
          </a:p>
        </p:txBody>
      </p:sp>
    </p:spTree>
    <p:extLst>
      <p:ext uri="{BB962C8B-B14F-4D97-AF65-F5344CB8AC3E}">
        <p14:creationId xmlns:p14="http://schemas.microsoft.com/office/powerpoint/2010/main" val="21946781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ED5CE3F-2A69-105D-993A-CC12EB5E23C8}"/>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2CBB3065-41F2-2975-C136-DF06CFC6CB8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1347E94C-9843-637B-2A25-0472650636C4}"/>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Marcador de texto 4">
            <a:extLst>
              <a:ext uri="{FF2B5EF4-FFF2-40B4-BE49-F238E27FC236}">
                <a16:creationId xmlns:a16="http://schemas.microsoft.com/office/drawing/2014/main" id="{42395B70-5D08-8533-AB97-F5C5841C41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E43323B1-A612-80E2-BBF9-CB5E09BFC4FF}"/>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7" name="Marcador de fecha 6">
            <a:extLst>
              <a:ext uri="{FF2B5EF4-FFF2-40B4-BE49-F238E27FC236}">
                <a16:creationId xmlns:a16="http://schemas.microsoft.com/office/drawing/2014/main" id="{C3566911-7FCD-3EA0-C6A0-F1C4A0254836}"/>
              </a:ext>
            </a:extLst>
          </p:cNvPr>
          <p:cNvSpPr>
            <a:spLocks noGrp="1"/>
          </p:cNvSpPr>
          <p:nvPr>
            <p:ph type="dt" sz="half" idx="10"/>
          </p:nvPr>
        </p:nvSpPr>
        <p:spPr/>
        <p:txBody>
          <a:bodyPr/>
          <a:lstStyle/>
          <a:p>
            <a:fld id="{4ABA120E-5EB1-4F3C-9975-D48F4C629F3E}" type="datetimeFigureOut">
              <a:rPr lang="es-AR" smtClean="0"/>
              <a:t>22/10/2024</a:t>
            </a:fld>
            <a:endParaRPr lang="es-AR"/>
          </a:p>
        </p:txBody>
      </p:sp>
      <p:sp>
        <p:nvSpPr>
          <p:cNvPr id="8" name="Marcador de pie de página 7">
            <a:extLst>
              <a:ext uri="{FF2B5EF4-FFF2-40B4-BE49-F238E27FC236}">
                <a16:creationId xmlns:a16="http://schemas.microsoft.com/office/drawing/2014/main" id="{99996347-FF48-338D-B217-A5EDE34EC697}"/>
              </a:ext>
            </a:extLst>
          </p:cNvPr>
          <p:cNvSpPr>
            <a:spLocks noGrp="1"/>
          </p:cNvSpPr>
          <p:nvPr>
            <p:ph type="ftr" sz="quarter" idx="11"/>
          </p:nvPr>
        </p:nvSpPr>
        <p:spPr/>
        <p:txBody>
          <a:bodyPr/>
          <a:lstStyle/>
          <a:p>
            <a:endParaRPr lang="es-AR"/>
          </a:p>
        </p:txBody>
      </p:sp>
      <p:sp>
        <p:nvSpPr>
          <p:cNvPr id="9" name="Marcador de número de diapositiva 8">
            <a:extLst>
              <a:ext uri="{FF2B5EF4-FFF2-40B4-BE49-F238E27FC236}">
                <a16:creationId xmlns:a16="http://schemas.microsoft.com/office/drawing/2014/main" id="{E5CAFE5D-2AA3-0353-02A6-BFC606742662}"/>
              </a:ext>
            </a:extLst>
          </p:cNvPr>
          <p:cNvSpPr>
            <a:spLocks noGrp="1"/>
          </p:cNvSpPr>
          <p:nvPr>
            <p:ph type="sldNum" sz="quarter" idx="12"/>
          </p:nvPr>
        </p:nvSpPr>
        <p:spPr/>
        <p:txBody>
          <a:bodyPr/>
          <a:lstStyle/>
          <a:p>
            <a:fld id="{913B4260-F7DC-46C0-A3CA-7B46E09FEBBE}" type="slidenum">
              <a:rPr lang="es-AR" smtClean="0"/>
              <a:t>‹Nº›</a:t>
            </a:fld>
            <a:endParaRPr lang="es-AR"/>
          </a:p>
        </p:txBody>
      </p:sp>
    </p:spTree>
    <p:extLst>
      <p:ext uri="{BB962C8B-B14F-4D97-AF65-F5344CB8AC3E}">
        <p14:creationId xmlns:p14="http://schemas.microsoft.com/office/powerpoint/2010/main" val="7185740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8493430-6A15-0F71-764C-72BCA2417B33}"/>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fecha 2">
            <a:extLst>
              <a:ext uri="{FF2B5EF4-FFF2-40B4-BE49-F238E27FC236}">
                <a16:creationId xmlns:a16="http://schemas.microsoft.com/office/drawing/2014/main" id="{33F93087-F2E3-135E-68B7-36F4535093FE}"/>
              </a:ext>
            </a:extLst>
          </p:cNvPr>
          <p:cNvSpPr>
            <a:spLocks noGrp="1"/>
          </p:cNvSpPr>
          <p:nvPr>
            <p:ph type="dt" sz="half" idx="10"/>
          </p:nvPr>
        </p:nvSpPr>
        <p:spPr/>
        <p:txBody>
          <a:bodyPr/>
          <a:lstStyle/>
          <a:p>
            <a:fld id="{4ABA120E-5EB1-4F3C-9975-D48F4C629F3E}" type="datetimeFigureOut">
              <a:rPr lang="es-AR" smtClean="0"/>
              <a:t>22/10/2024</a:t>
            </a:fld>
            <a:endParaRPr lang="es-AR"/>
          </a:p>
        </p:txBody>
      </p:sp>
      <p:sp>
        <p:nvSpPr>
          <p:cNvPr id="4" name="Marcador de pie de página 3">
            <a:extLst>
              <a:ext uri="{FF2B5EF4-FFF2-40B4-BE49-F238E27FC236}">
                <a16:creationId xmlns:a16="http://schemas.microsoft.com/office/drawing/2014/main" id="{C5E771E5-1BD4-F398-63A1-86A4B616CA27}"/>
              </a:ext>
            </a:extLst>
          </p:cNvPr>
          <p:cNvSpPr>
            <a:spLocks noGrp="1"/>
          </p:cNvSpPr>
          <p:nvPr>
            <p:ph type="ftr" sz="quarter" idx="11"/>
          </p:nvPr>
        </p:nvSpPr>
        <p:spPr/>
        <p:txBody>
          <a:bodyPr/>
          <a:lstStyle/>
          <a:p>
            <a:endParaRPr lang="es-AR"/>
          </a:p>
        </p:txBody>
      </p:sp>
      <p:sp>
        <p:nvSpPr>
          <p:cNvPr id="5" name="Marcador de número de diapositiva 4">
            <a:extLst>
              <a:ext uri="{FF2B5EF4-FFF2-40B4-BE49-F238E27FC236}">
                <a16:creationId xmlns:a16="http://schemas.microsoft.com/office/drawing/2014/main" id="{730F4688-AC2A-E567-B275-B7A99D7A785B}"/>
              </a:ext>
            </a:extLst>
          </p:cNvPr>
          <p:cNvSpPr>
            <a:spLocks noGrp="1"/>
          </p:cNvSpPr>
          <p:nvPr>
            <p:ph type="sldNum" sz="quarter" idx="12"/>
          </p:nvPr>
        </p:nvSpPr>
        <p:spPr/>
        <p:txBody>
          <a:bodyPr/>
          <a:lstStyle/>
          <a:p>
            <a:fld id="{913B4260-F7DC-46C0-A3CA-7B46E09FEBBE}" type="slidenum">
              <a:rPr lang="es-AR" smtClean="0"/>
              <a:t>‹Nº›</a:t>
            </a:fld>
            <a:endParaRPr lang="es-AR"/>
          </a:p>
        </p:txBody>
      </p:sp>
    </p:spTree>
    <p:extLst>
      <p:ext uri="{BB962C8B-B14F-4D97-AF65-F5344CB8AC3E}">
        <p14:creationId xmlns:p14="http://schemas.microsoft.com/office/powerpoint/2010/main" val="26223081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857316C8-6AF2-7661-77BD-5CDAF078DF4A}"/>
              </a:ext>
            </a:extLst>
          </p:cNvPr>
          <p:cNvSpPr>
            <a:spLocks noGrp="1"/>
          </p:cNvSpPr>
          <p:nvPr>
            <p:ph type="dt" sz="half" idx="10"/>
          </p:nvPr>
        </p:nvSpPr>
        <p:spPr/>
        <p:txBody>
          <a:bodyPr/>
          <a:lstStyle/>
          <a:p>
            <a:fld id="{4ABA120E-5EB1-4F3C-9975-D48F4C629F3E}" type="datetimeFigureOut">
              <a:rPr lang="es-AR" smtClean="0"/>
              <a:t>22/10/2024</a:t>
            </a:fld>
            <a:endParaRPr lang="es-AR"/>
          </a:p>
        </p:txBody>
      </p:sp>
      <p:sp>
        <p:nvSpPr>
          <p:cNvPr id="3" name="Marcador de pie de página 2">
            <a:extLst>
              <a:ext uri="{FF2B5EF4-FFF2-40B4-BE49-F238E27FC236}">
                <a16:creationId xmlns:a16="http://schemas.microsoft.com/office/drawing/2014/main" id="{A9010216-E6BA-BDCE-2412-7693B0E0D0DA}"/>
              </a:ext>
            </a:extLst>
          </p:cNvPr>
          <p:cNvSpPr>
            <a:spLocks noGrp="1"/>
          </p:cNvSpPr>
          <p:nvPr>
            <p:ph type="ftr" sz="quarter" idx="11"/>
          </p:nvPr>
        </p:nvSpPr>
        <p:spPr/>
        <p:txBody>
          <a:bodyPr/>
          <a:lstStyle/>
          <a:p>
            <a:endParaRPr lang="es-AR"/>
          </a:p>
        </p:txBody>
      </p:sp>
      <p:sp>
        <p:nvSpPr>
          <p:cNvPr id="4" name="Marcador de número de diapositiva 3">
            <a:extLst>
              <a:ext uri="{FF2B5EF4-FFF2-40B4-BE49-F238E27FC236}">
                <a16:creationId xmlns:a16="http://schemas.microsoft.com/office/drawing/2014/main" id="{82991606-A177-616F-0202-CBAA149FC6CC}"/>
              </a:ext>
            </a:extLst>
          </p:cNvPr>
          <p:cNvSpPr>
            <a:spLocks noGrp="1"/>
          </p:cNvSpPr>
          <p:nvPr>
            <p:ph type="sldNum" sz="quarter" idx="12"/>
          </p:nvPr>
        </p:nvSpPr>
        <p:spPr/>
        <p:txBody>
          <a:bodyPr/>
          <a:lstStyle/>
          <a:p>
            <a:fld id="{913B4260-F7DC-46C0-A3CA-7B46E09FEBBE}" type="slidenum">
              <a:rPr lang="es-AR" smtClean="0"/>
              <a:t>‹Nº›</a:t>
            </a:fld>
            <a:endParaRPr lang="es-AR"/>
          </a:p>
        </p:txBody>
      </p:sp>
    </p:spTree>
    <p:extLst>
      <p:ext uri="{BB962C8B-B14F-4D97-AF65-F5344CB8AC3E}">
        <p14:creationId xmlns:p14="http://schemas.microsoft.com/office/powerpoint/2010/main" val="409799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7F7439D-2998-23CD-7316-DACD9504B2B4}"/>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A933391C-4535-88EF-9199-3180BA90129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texto 3">
            <a:extLst>
              <a:ext uri="{FF2B5EF4-FFF2-40B4-BE49-F238E27FC236}">
                <a16:creationId xmlns:a16="http://schemas.microsoft.com/office/drawing/2014/main" id="{5BD262F9-189E-89B3-E70F-5A501887CD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D6B3F664-7819-6AF7-5FBC-1D0BCB7E25E9}"/>
              </a:ext>
            </a:extLst>
          </p:cNvPr>
          <p:cNvSpPr>
            <a:spLocks noGrp="1"/>
          </p:cNvSpPr>
          <p:nvPr>
            <p:ph type="dt" sz="half" idx="10"/>
          </p:nvPr>
        </p:nvSpPr>
        <p:spPr/>
        <p:txBody>
          <a:bodyPr/>
          <a:lstStyle/>
          <a:p>
            <a:fld id="{4ABA120E-5EB1-4F3C-9975-D48F4C629F3E}" type="datetimeFigureOut">
              <a:rPr lang="es-AR" smtClean="0"/>
              <a:t>22/10/2024</a:t>
            </a:fld>
            <a:endParaRPr lang="es-AR"/>
          </a:p>
        </p:txBody>
      </p:sp>
      <p:sp>
        <p:nvSpPr>
          <p:cNvPr id="6" name="Marcador de pie de página 5">
            <a:extLst>
              <a:ext uri="{FF2B5EF4-FFF2-40B4-BE49-F238E27FC236}">
                <a16:creationId xmlns:a16="http://schemas.microsoft.com/office/drawing/2014/main" id="{2275828A-C001-0D42-DE63-BF29B7B19E92}"/>
              </a:ext>
            </a:extLst>
          </p:cNvPr>
          <p:cNvSpPr>
            <a:spLocks noGrp="1"/>
          </p:cNvSpPr>
          <p:nvPr>
            <p:ph type="ftr" sz="quarter" idx="11"/>
          </p:nvPr>
        </p:nvSpPr>
        <p:spPr/>
        <p:txBody>
          <a:bodyPr/>
          <a:lstStyle/>
          <a:p>
            <a:endParaRPr lang="es-AR"/>
          </a:p>
        </p:txBody>
      </p:sp>
      <p:sp>
        <p:nvSpPr>
          <p:cNvPr id="7" name="Marcador de número de diapositiva 6">
            <a:extLst>
              <a:ext uri="{FF2B5EF4-FFF2-40B4-BE49-F238E27FC236}">
                <a16:creationId xmlns:a16="http://schemas.microsoft.com/office/drawing/2014/main" id="{7C8E4974-74B4-F1B3-9C8B-DAA77D957F4D}"/>
              </a:ext>
            </a:extLst>
          </p:cNvPr>
          <p:cNvSpPr>
            <a:spLocks noGrp="1"/>
          </p:cNvSpPr>
          <p:nvPr>
            <p:ph type="sldNum" sz="quarter" idx="12"/>
          </p:nvPr>
        </p:nvSpPr>
        <p:spPr/>
        <p:txBody>
          <a:bodyPr/>
          <a:lstStyle/>
          <a:p>
            <a:fld id="{913B4260-F7DC-46C0-A3CA-7B46E09FEBBE}" type="slidenum">
              <a:rPr lang="es-AR" smtClean="0"/>
              <a:t>‹Nº›</a:t>
            </a:fld>
            <a:endParaRPr lang="es-AR"/>
          </a:p>
        </p:txBody>
      </p:sp>
    </p:spTree>
    <p:extLst>
      <p:ext uri="{BB962C8B-B14F-4D97-AF65-F5344CB8AC3E}">
        <p14:creationId xmlns:p14="http://schemas.microsoft.com/office/powerpoint/2010/main" val="26640203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1BB9C6E-678C-2686-8B01-62995C62639E}"/>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AR"/>
          </a:p>
        </p:txBody>
      </p:sp>
      <p:sp>
        <p:nvSpPr>
          <p:cNvPr id="3" name="Marcador de posición de imagen 2">
            <a:extLst>
              <a:ext uri="{FF2B5EF4-FFF2-40B4-BE49-F238E27FC236}">
                <a16:creationId xmlns:a16="http://schemas.microsoft.com/office/drawing/2014/main" id="{A1B4ABDD-3855-ECC4-3981-489A763EB97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AR"/>
          </a:p>
        </p:txBody>
      </p:sp>
      <p:sp>
        <p:nvSpPr>
          <p:cNvPr id="4" name="Marcador de texto 3">
            <a:extLst>
              <a:ext uri="{FF2B5EF4-FFF2-40B4-BE49-F238E27FC236}">
                <a16:creationId xmlns:a16="http://schemas.microsoft.com/office/drawing/2014/main" id="{22383CD7-39C4-6425-2498-0DDCA2D5B3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1420A40-8F8E-046C-0FC9-8377159AA8E3}"/>
              </a:ext>
            </a:extLst>
          </p:cNvPr>
          <p:cNvSpPr>
            <a:spLocks noGrp="1"/>
          </p:cNvSpPr>
          <p:nvPr>
            <p:ph type="dt" sz="half" idx="10"/>
          </p:nvPr>
        </p:nvSpPr>
        <p:spPr/>
        <p:txBody>
          <a:bodyPr/>
          <a:lstStyle/>
          <a:p>
            <a:fld id="{4ABA120E-5EB1-4F3C-9975-D48F4C629F3E}" type="datetimeFigureOut">
              <a:rPr lang="es-AR" smtClean="0"/>
              <a:t>22/10/2024</a:t>
            </a:fld>
            <a:endParaRPr lang="es-AR"/>
          </a:p>
        </p:txBody>
      </p:sp>
      <p:sp>
        <p:nvSpPr>
          <p:cNvPr id="6" name="Marcador de pie de página 5">
            <a:extLst>
              <a:ext uri="{FF2B5EF4-FFF2-40B4-BE49-F238E27FC236}">
                <a16:creationId xmlns:a16="http://schemas.microsoft.com/office/drawing/2014/main" id="{328BAF1B-EBF0-17F1-BFF4-84A46DFA6979}"/>
              </a:ext>
            </a:extLst>
          </p:cNvPr>
          <p:cNvSpPr>
            <a:spLocks noGrp="1"/>
          </p:cNvSpPr>
          <p:nvPr>
            <p:ph type="ftr" sz="quarter" idx="11"/>
          </p:nvPr>
        </p:nvSpPr>
        <p:spPr/>
        <p:txBody>
          <a:bodyPr/>
          <a:lstStyle/>
          <a:p>
            <a:endParaRPr lang="es-AR"/>
          </a:p>
        </p:txBody>
      </p:sp>
      <p:sp>
        <p:nvSpPr>
          <p:cNvPr id="7" name="Marcador de número de diapositiva 6">
            <a:extLst>
              <a:ext uri="{FF2B5EF4-FFF2-40B4-BE49-F238E27FC236}">
                <a16:creationId xmlns:a16="http://schemas.microsoft.com/office/drawing/2014/main" id="{17FF5F3B-BCEC-2730-405B-46132ED34285}"/>
              </a:ext>
            </a:extLst>
          </p:cNvPr>
          <p:cNvSpPr>
            <a:spLocks noGrp="1"/>
          </p:cNvSpPr>
          <p:nvPr>
            <p:ph type="sldNum" sz="quarter" idx="12"/>
          </p:nvPr>
        </p:nvSpPr>
        <p:spPr/>
        <p:txBody>
          <a:bodyPr/>
          <a:lstStyle/>
          <a:p>
            <a:fld id="{913B4260-F7DC-46C0-A3CA-7B46E09FEBBE}" type="slidenum">
              <a:rPr lang="es-AR" smtClean="0"/>
              <a:t>‹Nº›</a:t>
            </a:fld>
            <a:endParaRPr lang="es-AR"/>
          </a:p>
        </p:txBody>
      </p:sp>
    </p:spTree>
    <p:extLst>
      <p:ext uri="{BB962C8B-B14F-4D97-AF65-F5344CB8AC3E}">
        <p14:creationId xmlns:p14="http://schemas.microsoft.com/office/powerpoint/2010/main" val="41333340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184FCC4-5478-1EC9-D78A-2C1F211529A8}"/>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texto vertical 2">
            <a:extLst>
              <a:ext uri="{FF2B5EF4-FFF2-40B4-BE49-F238E27FC236}">
                <a16:creationId xmlns:a16="http://schemas.microsoft.com/office/drawing/2014/main" id="{F1056806-5B5A-0339-E344-C07A425F08EF}"/>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674080D6-188B-6C21-789C-5E75EEDA75E9}"/>
              </a:ext>
            </a:extLst>
          </p:cNvPr>
          <p:cNvSpPr>
            <a:spLocks noGrp="1"/>
          </p:cNvSpPr>
          <p:nvPr>
            <p:ph type="dt" sz="half" idx="10"/>
          </p:nvPr>
        </p:nvSpPr>
        <p:spPr/>
        <p:txBody>
          <a:bodyPr/>
          <a:lstStyle/>
          <a:p>
            <a:fld id="{4ABA120E-5EB1-4F3C-9975-D48F4C629F3E}" type="datetimeFigureOut">
              <a:rPr lang="es-AR" smtClean="0"/>
              <a:t>22/10/2024</a:t>
            </a:fld>
            <a:endParaRPr lang="es-AR"/>
          </a:p>
        </p:txBody>
      </p:sp>
      <p:sp>
        <p:nvSpPr>
          <p:cNvPr id="5" name="Marcador de pie de página 4">
            <a:extLst>
              <a:ext uri="{FF2B5EF4-FFF2-40B4-BE49-F238E27FC236}">
                <a16:creationId xmlns:a16="http://schemas.microsoft.com/office/drawing/2014/main" id="{C314A625-19F3-27F0-025C-4B579C4373D9}"/>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25CEA865-B9EC-9791-1B98-FF12EE15CEFD}"/>
              </a:ext>
            </a:extLst>
          </p:cNvPr>
          <p:cNvSpPr>
            <a:spLocks noGrp="1"/>
          </p:cNvSpPr>
          <p:nvPr>
            <p:ph type="sldNum" sz="quarter" idx="12"/>
          </p:nvPr>
        </p:nvSpPr>
        <p:spPr/>
        <p:txBody>
          <a:bodyPr/>
          <a:lstStyle/>
          <a:p>
            <a:fld id="{913B4260-F7DC-46C0-A3CA-7B46E09FEBBE}" type="slidenum">
              <a:rPr lang="es-AR" smtClean="0"/>
              <a:t>‹Nº›</a:t>
            </a:fld>
            <a:endParaRPr lang="es-AR"/>
          </a:p>
        </p:txBody>
      </p:sp>
    </p:spTree>
    <p:extLst>
      <p:ext uri="{BB962C8B-B14F-4D97-AF65-F5344CB8AC3E}">
        <p14:creationId xmlns:p14="http://schemas.microsoft.com/office/powerpoint/2010/main" val="26225950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B1870297-CBEB-0CBB-69D0-00630BEEF4C3}"/>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AR"/>
          </a:p>
        </p:txBody>
      </p:sp>
      <p:sp>
        <p:nvSpPr>
          <p:cNvPr id="3" name="Marcador de texto vertical 2">
            <a:extLst>
              <a:ext uri="{FF2B5EF4-FFF2-40B4-BE49-F238E27FC236}">
                <a16:creationId xmlns:a16="http://schemas.microsoft.com/office/drawing/2014/main" id="{C8E20199-E8CE-48D6-7461-AF2AB126185A}"/>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709D903B-95F3-C2DD-7E11-EC5F4D525329}"/>
              </a:ext>
            </a:extLst>
          </p:cNvPr>
          <p:cNvSpPr>
            <a:spLocks noGrp="1"/>
          </p:cNvSpPr>
          <p:nvPr>
            <p:ph type="dt" sz="half" idx="10"/>
          </p:nvPr>
        </p:nvSpPr>
        <p:spPr/>
        <p:txBody>
          <a:bodyPr/>
          <a:lstStyle/>
          <a:p>
            <a:fld id="{4ABA120E-5EB1-4F3C-9975-D48F4C629F3E}" type="datetimeFigureOut">
              <a:rPr lang="es-AR" smtClean="0"/>
              <a:t>22/10/2024</a:t>
            </a:fld>
            <a:endParaRPr lang="es-AR"/>
          </a:p>
        </p:txBody>
      </p:sp>
      <p:sp>
        <p:nvSpPr>
          <p:cNvPr id="5" name="Marcador de pie de página 4">
            <a:extLst>
              <a:ext uri="{FF2B5EF4-FFF2-40B4-BE49-F238E27FC236}">
                <a16:creationId xmlns:a16="http://schemas.microsoft.com/office/drawing/2014/main" id="{D8FF2CBD-890E-713E-1B0E-2B48CADA3050}"/>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FD65FD30-A614-A5CC-CC80-7C63F729AF22}"/>
              </a:ext>
            </a:extLst>
          </p:cNvPr>
          <p:cNvSpPr>
            <a:spLocks noGrp="1"/>
          </p:cNvSpPr>
          <p:nvPr>
            <p:ph type="sldNum" sz="quarter" idx="12"/>
          </p:nvPr>
        </p:nvSpPr>
        <p:spPr/>
        <p:txBody>
          <a:bodyPr/>
          <a:lstStyle/>
          <a:p>
            <a:fld id="{913B4260-F7DC-46C0-A3CA-7B46E09FEBBE}" type="slidenum">
              <a:rPr lang="es-AR" smtClean="0"/>
              <a:t>‹Nº›</a:t>
            </a:fld>
            <a:endParaRPr lang="es-AR"/>
          </a:p>
        </p:txBody>
      </p:sp>
    </p:spTree>
    <p:extLst>
      <p:ext uri="{BB962C8B-B14F-4D97-AF65-F5344CB8AC3E}">
        <p14:creationId xmlns:p14="http://schemas.microsoft.com/office/powerpoint/2010/main" val="22838065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6FA72091-B999-31D2-E158-6B84201EB09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2D2BF7DB-23B4-21BE-4760-429882F1350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B4D161DA-821B-38C6-D943-EF0B6862156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ABA120E-5EB1-4F3C-9975-D48F4C629F3E}" type="datetimeFigureOut">
              <a:rPr lang="es-AR" smtClean="0"/>
              <a:t>22/10/2024</a:t>
            </a:fld>
            <a:endParaRPr lang="es-AR"/>
          </a:p>
        </p:txBody>
      </p:sp>
      <p:sp>
        <p:nvSpPr>
          <p:cNvPr id="5" name="Marcador de pie de página 4">
            <a:extLst>
              <a:ext uri="{FF2B5EF4-FFF2-40B4-BE49-F238E27FC236}">
                <a16:creationId xmlns:a16="http://schemas.microsoft.com/office/drawing/2014/main" id="{5031DD87-E1A9-17BF-AE03-A0E8810C04B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AR"/>
          </a:p>
        </p:txBody>
      </p:sp>
      <p:sp>
        <p:nvSpPr>
          <p:cNvPr id="6" name="Marcador de número de diapositiva 5">
            <a:extLst>
              <a:ext uri="{FF2B5EF4-FFF2-40B4-BE49-F238E27FC236}">
                <a16:creationId xmlns:a16="http://schemas.microsoft.com/office/drawing/2014/main" id="{5995863A-762B-EEB4-BF63-B45102669F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13B4260-F7DC-46C0-A3CA-7B46E09FEBBE}" type="slidenum">
              <a:rPr lang="es-AR" smtClean="0"/>
              <a:t>‹Nº›</a:t>
            </a:fld>
            <a:endParaRPr lang="es-AR"/>
          </a:p>
        </p:txBody>
      </p:sp>
    </p:spTree>
    <p:extLst>
      <p:ext uri="{BB962C8B-B14F-4D97-AF65-F5344CB8AC3E}">
        <p14:creationId xmlns:p14="http://schemas.microsoft.com/office/powerpoint/2010/main" val="2636561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62000">
              <a:schemeClr val="tx1"/>
            </a:gs>
            <a:gs pos="88000">
              <a:schemeClr val="accent4">
                <a:lumMod val="97000"/>
                <a:lumOff val="3000"/>
              </a:schemeClr>
            </a:gs>
            <a:gs pos="100000">
              <a:schemeClr val="accent4">
                <a:lumMod val="60000"/>
                <a:lumOff val="40000"/>
              </a:schemeClr>
            </a:gs>
          </a:gsLst>
          <a:lin ang="16200000" scaled="1"/>
          <a:tileRect/>
        </a:gradFill>
        <a:effectLst/>
      </p:bgPr>
    </p:bg>
    <p:spTree>
      <p:nvGrpSpPr>
        <p:cNvPr id="1" name=""/>
        <p:cNvGrpSpPr/>
        <p:nvPr/>
      </p:nvGrpSpPr>
      <p:grpSpPr>
        <a:xfrm>
          <a:off x="0" y="0"/>
          <a:ext cx="0" cy="0"/>
          <a:chOff x="0" y="0"/>
          <a:chExt cx="0" cy="0"/>
        </a:xfrm>
      </p:grpSpPr>
      <p:grpSp>
        <p:nvGrpSpPr>
          <p:cNvPr id="29" name="Group 8">
            <a:extLst>
              <a:ext uri="{FF2B5EF4-FFF2-40B4-BE49-F238E27FC236}">
                <a16:creationId xmlns:a16="http://schemas.microsoft.com/office/drawing/2014/main" id="{D19F7815-3AA2-7679-26F4-A63338C8BD5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68" y="4843169"/>
            <a:ext cx="12196668" cy="2016059"/>
            <a:chOff x="-4668" y="4843169"/>
            <a:chExt cx="12196668" cy="2016059"/>
          </a:xfrm>
        </p:grpSpPr>
        <p:sp>
          <p:nvSpPr>
            <p:cNvPr id="10" name="Rectangle 9">
              <a:extLst>
                <a:ext uri="{FF2B5EF4-FFF2-40B4-BE49-F238E27FC236}">
                  <a16:creationId xmlns:a16="http://schemas.microsoft.com/office/drawing/2014/main" id="{656154CE-3587-5C44-2A6B-1FE49B302C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4668" y="4843169"/>
              <a:ext cx="12196668" cy="2015947"/>
            </a:xfrm>
            <a:prstGeom prst="rect">
              <a:avLst/>
            </a:prstGeom>
            <a:gradFill>
              <a:gsLst>
                <a:gs pos="0">
                  <a:schemeClr val="accent5"/>
                </a:gs>
                <a:gs pos="100000">
                  <a:schemeClr val="accent2"/>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10">
              <a:extLst>
                <a:ext uri="{FF2B5EF4-FFF2-40B4-BE49-F238E27FC236}">
                  <a16:creationId xmlns:a16="http://schemas.microsoft.com/office/drawing/2014/main" id="{3E7A46DB-98C4-E666-AEC5-DF8B5DD9E7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68" y="4844400"/>
              <a:ext cx="10565988" cy="2014828"/>
            </a:xfrm>
            <a:prstGeom prst="rect">
              <a:avLst/>
            </a:prstGeom>
            <a:gradFill flip="none" rotWithShape="1">
              <a:gsLst>
                <a:gs pos="3000">
                  <a:schemeClr val="accent2"/>
                </a:gs>
                <a:gs pos="40000">
                  <a:schemeClr val="accent2">
                    <a:alpha val="0"/>
                  </a:schemeClr>
                </a:gs>
              </a:gsLst>
              <a:lin ang="17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11">
              <a:extLst>
                <a:ext uri="{FF2B5EF4-FFF2-40B4-BE49-F238E27FC236}">
                  <a16:creationId xmlns:a16="http://schemas.microsoft.com/office/drawing/2014/main" id="{89F8962A-028A-2EBA-FBCF-F9B0334400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68" y="4843170"/>
              <a:ext cx="10309010" cy="2006799"/>
            </a:xfrm>
            <a:prstGeom prst="rect">
              <a:avLst/>
            </a:prstGeom>
            <a:gradFill>
              <a:gsLst>
                <a:gs pos="0">
                  <a:schemeClr val="accent5">
                    <a:alpha val="76000"/>
                  </a:schemeClr>
                </a:gs>
                <a:gs pos="67000">
                  <a:schemeClr val="accent2">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12">
              <a:extLst>
                <a:ext uri="{FF2B5EF4-FFF2-40B4-BE49-F238E27FC236}">
                  <a16:creationId xmlns:a16="http://schemas.microsoft.com/office/drawing/2014/main" id="{2F139663-D7C2-5898-E610-2183584AC5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4105876" y="4851203"/>
              <a:ext cx="8086124" cy="2006797"/>
            </a:xfrm>
            <a:prstGeom prst="rect">
              <a:avLst/>
            </a:prstGeom>
            <a:gradFill flip="none" rotWithShape="1">
              <a:gsLst>
                <a:gs pos="0">
                  <a:schemeClr val="accent5">
                    <a:lumMod val="50000"/>
                    <a:alpha val="36000"/>
                  </a:schemeClr>
                </a:gs>
                <a:gs pos="45000">
                  <a:schemeClr val="accent5">
                    <a:alpha val="0"/>
                  </a:schemeClr>
                </a:gs>
              </a:gsLst>
              <a:lin ang="4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3" name="Subtítulo 2">
            <a:extLst>
              <a:ext uri="{FF2B5EF4-FFF2-40B4-BE49-F238E27FC236}">
                <a16:creationId xmlns:a16="http://schemas.microsoft.com/office/drawing/2014/main" id="{6D4E1A53-9886-1AC4-A90D-C4BCEA221755}"/>
              </a:ext>
            </a:extLst>
          </p:cNvPr>
          <p:cNvSpPr>
            <a:spLocks noGrp="1"/>
          </p:cNvSpPr>
          <p:nvPr>
            <p:ph type="subTitle" idx="1"/>
          </p:nvPr>
        </p:nvSpPr>
        <p:spPr>
          <a:xfrm>
            <a:off x="8155630" y="6345324"/>
            <a:ext cx="3920374" cy="504645"/>
          </a:xfrm>
        </p:spPr>
        <p:txBody>
          <a:bodyPr anchor="t">
            <a:normAutofit/>
          </a:bodyPr>
          <a:lstStyle/>
          <a:p>
            <a:r>
              <a:rPr lang="es-ES" sz="1800" err="1">
                <a:solidFill>
                  <a:srgbClr val="FFFFFF"/>
                </a:solidFill>
              </a:rPr>
              <a:t>Prof</a:t>
            </a:r>
            <a:r>
              <a:rPr lang="es-ES" sz="1800">
                <a:solidFill>
                  <a:srgbClr val="FFFFFF"/>
                </a:solidFill>
              </a:rPr>
              <a:t>: </a:t>
            </a:r>
            <a:r>
              <a:rPr lang="es-ES" sz="1800" err="1">
                <a:solidFill>
                  <a:srgbClr val="FFFFFF"/>
                </a:solidFill>
              </a:rPr>
              <a:t>Ing</a:t>
            </a:r>
            <a:r>
              <a:rPr lang="es-ES" sz="1800">
                <a:solidFill>
                  <a:srgbClr val="FFFFFF"/>
                </a:solidFill>
              </a:rPr>
              <a:t> DANIEL BAZÁN</a:t>
            </a:r>
            <a:endParaRPr lang="es-AR" sz="1800">
              <a:solidFill>
                <a:srgbClr val="FFFFFF"/>
              </a:solidFill>
            </a:endParaRPr>
          </a:p>
        </p:txBody>
      </p:sp>
      <p:pic>
        <p:nvPicPr>
          <p:cNvPr id="4" name="Imagen 3">
            <a:extLst>
              <a:ext uri="{FF2B5EF4-FFF2-40B4-BE49-F238E27FC236}">
                <a16:creationId xmlns:a16="http://schemas.microsoft.com/office/drawing/2014/main" id="{CB3CC47E-6919-D7D4-96A5-B2159200839B}"/>
              </a:ext>
            </a:extLst>
          </p:cNvPr>
          <p:cNvPicPr>
            <a:picLocks noChangeAspect="1"/>
          </p:cNvPicPr>
          <p:nvPr/>
        </p:nvPicPr>
        <p:blipFill>
          <a:blip r:embed="rId2"/>
          <a:stretch>
            <a:fillRect/>
          </a:stretch>
        </p:blipFill>
        <p:spPr>
          <a:xfrm>
            <a:off x="1318466" y="129976"/>
            <a:ext cx="9550399" cy="4626902"/>
          </a:xfrm>
          <a:prstGeom prst="rect">
            <a:avLst/>
          </a:prstGeom>
        </p:spPr>
      </p:pic>
      <p:sp>
        <p:nvSpPr>
          <p:cNvPr id="2" name="Título 1">
            <a:extLst>
              <a:ext uri="{FF2B5EF4-FFF2-40B4-BE49-F238E27FC236}">
                <a16:creationId xmlns:a16="http://schemas.microsoft.com/office/drawing/2014/main" id="{D6297C20-A1BA-ECD6-C84D-DD074BCEE754}"/>
              </a:ext>
            </a:extLst>
          </p:cNvPr>
          <p:cNvSpPr>
            <a:spLocks noGrp="1"/>
          </p:cNvSpPr>
          <p:nvPr>
            <p:ph type="ctrTitle"/>
          </p:nvPr>
        </p:nvSpPr>
        <p:spPr>
          <a:xfrm>
            <a:off x="1161842" y="1573967"/>
            <a:ext cx="9863646" cy="1741307"/>
          </a:xfrm>
        </p:spPr>
        <p:txBody>
          <a:bodyPr anchor="b">
            <a:noAutofit/>
          </a:bodyPr>
          <a:lstStyle/>
          <a:p>
            <a:r>
              <a:rPr lang="es-ES" sz="8800" b="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CIENCIA DE DATOS</a:t>
            </a:r>
            <a:endParaRPr lang="es-AR" sz="8800" b="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
        <p:nvSpPr>
          <p:cNvPr id="5" name="Título 1">
            <a:extLst>
              <a:ext uri="{FF2B5EF4-FFF2-40B4-BE49-F238E27FC236}">
                <a16:creationId xmlns:a16="http://schemas.microsoft.com/office/drawing/2014/main" id="{D24D16C9-DDB8-7220-C9B4-907DFC1C3A49}"/>
              </a:ext>
            </a:extLst>
          </p:cNvPr>
          <p:cNvSpPr txBox="1">
            <a:spLocks/>
          </p:cNvSpPr>
          <p:nvPr/>
        </p:nvSpPr>
        <p:spPr>
          <a:xfrm>
            <a:off x="1740119" y="5289875"/>
            <a:ext cx="8949690" cy="865698"/>
          </a:xfrm>
          <a:prstGeom prst="rect">
            <a:avLst/>
          </a:prstGeom>
        </p:spPr>
        <p:txBody>
          <a:bodyPr vert="horz" lIns="91440" tIns="45720" rIns="91440" bIns="45720" rtlCol="0" anchor="b">
            <a:normAutofit fontScale="9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s-ES" b="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CLASE 5: ANÁLISIS DE DATOS</a:t>
            </a:r>
            <a:endParaRPr lang="es-AR"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Tree>
    <p:extLst>
      <p:ext uri="{BB962C8B-B14F-4D97-AF65-F5344CB8AC3E}">
        <p14:creationId xmlns:p14="http://schemas.microsoft.com/office/powerpoint/2010/main" val="32491472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alpha val="52000"/>
          </a:schemeClr>
        </a:solidFill>
        <a:effectLst/>
      </p:bgPr>
    </p:bg>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8E22A00A-B539-95F0-F6CE-A63F4FA8573D}"/>
              </a:ext>
            </a:extLst>
          </p:cNvPr>
          <p:cNvSpPr txBox="1">
            <a:spLocks/>
          </p:cNvSpPr>
          <p:nvPr/>
        </p:nvSpPr>
        <p:spPr>
          <a:xfrm>
            <a:off x="0" y="-15008"/>
            <a:ext cx="12192000" cy="720436"/>
          </a:xfrm>
          <a:prstGeom prst="rect">
            <a:avLst/>
          </a:prstGeom>
          <a:solidFill>
            <a:srgbClr val="FFC000"/>
          </a:solidFill>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00000"/>
              </a:lnSpc>
            </a:pPr>
            <a:r>
              <a:rPr lang="es-ES" sz="4000" b="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PROBABILIDAD  y ESTADÍSTICA: Hipótesis </a:t>
            </a:r>
            <a:endParaRPr lang="es-AR" sz="4000" b="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
        <p:nvSpPr>
          <p:cNvPr id="5" name="CuadroTexto 4">
            <a:extLst>
              <a:ext uri="{FF2B5EF4-FFF2-40B4-BE49-F238E27FC236}">
                <a16:creationId xmlns:a16="http://schemas.microsoft.com/office/drawing/2014/main" id="{ED691AB3-29D0-7BE9-216C-A5D711A28812}"/>
              </a:ext>
            </a:extLst>
          </p:cNvPr>
          <p:cNvSpPr txBox="1"/>
          <p:nvPr/>
        </p:nvSpPr>
        <p:spPr>
          <a:xfrm>
            <a:off x="-1" y="705428"/>
            <a:ext cx="12192000" cy="5262979"/>
          </a:xfrm>
          <a:prstGeom prst="rect">
            <a:avLst/>
          </a:prstGeom>
          <a:noFill/>
        </p:spPr>
        <p:txBody>
          <a:bodyPr wrap="square">
            <a:spAutoFit/>
          </a:bodyPr>
          <a:lstStyle/>
          <a:p>
            <a:pPr algn="just"/>
            <a:r>
              <a:rPr lang="es-ES" sz="2400" b="1">
                <a:solidFill>
                  <a:srgbClr val="007DC3"/>
                </a:solidFill>
                <a:latin typeface="anova-bold"/>
              </a:rPr>
              <a:t>Definición:</a:t>
            </a:r>
          </a:p>
          <a:p>
            <a:pPr algn="just"/>
            <a:r>
              <a:rPr lang="es-ES" sz="2400">
                <a:latin typeface="anova-bold"/>
              </a:rPr>
              <a:t>Una hipótesis estadística es una </a:t>
            </a:r>
            <a:r>
              <a:rPr lang="es-ES" sz="2400">
                <a:solidFill>
                  <a:srgbClr val="FF0000"/>
                </a:solidFill>
                <a:latin typeface="anova-bold"/>
              </a:rPr>
              <a:t>suposición sobre el valor </a:t>
            </a:r>
            <a:r>
              <a:rPr lang="es-ES" sz="2400">
                <a:latin typeface="anova-bold"/>
              </a:rPr>
              <a:t>de un parámetro estadístico.</a:t>
            </a:r>
          </a:p>
          <a:p>
            <a:pPr algn="just"/>
            <a:endParaRPr lang="es-ES" sz="2400">
              <a:latin typeface="anova-bold"/>
            </a:endParaRPr>
          </a:p>
          <a:p>
            <a:pPr algn="just"/>
            <a:r>
              <a:rPr lang="es-ES" sz="2400">
                <a:latin typeface="anova-bold"/>
              </a:rPr>
              <a:t> Una hipótesis se rechaza o se acepta llevando a cabo una prueba de hipótesis (Test de hipótesis).</a:t>
            </a:r>
          </a:p>
          <a:p>
            <a:pPr algn="just"/>
            <a:endParaRPr lang="es-ES" sz="2400">
              <a:latin typeface="anova-bold"/>
            </a:endParaRPr>
          </a:p>
          <a:p>
            <a:pPr algn="just"/>
            <a:r>
              <a:rPr lang="es-ES" sz="2400" b="1">
                <a:solidFill>
                  <a:srgbClr val="007DC3"/>
                </a:solidFill>
                <a:latin typeface="anova-bold"/>
              </a:rPr>
              <a:t>Tipos de hipótesis estadísticas:</a:t>
            </a:r>
          </a:p>
          <a:p>
            <a:pPr algn="just"/>
            <a:endParaRPr lang="es-ES" sz="2400">
              <a:latin typeface="anova-bold"/>
            </a:endParaRPr>
          </a:p>
          <a:p>
            <a:pPr marL="457200" indent="-457200" algn="just">
              <a:buFont typeface="+mj-lt"/>
              <a:buAutoNum type="arabicPeriod"/>
            </a:pPr>
            <a:r>
              <a:rPr lang="es-ES" sz="2400" b="1">
                <a:latin typeface="anova-bold"/>
              </a:rPr>
              <a:t>Hipótesis nula (H</a:t>
            </a:r>
            <a:r>
              <a:rPr lang="es-ES" sz="2400" b="1">
                <a:latin typeface="Times New Roman" panose="02020603050405020304" pitchFamily="18" charset="0"/>
                <a:cs typeface="Times New Roman" panose="02020603050405020304" pitchFamily="18" charset="0"/>
              </a:rPr>
              <a:t>₀</a:t>
            </a:r>
            <a:r>
              <a:rPr lang="es-ES" sz="2400" b="1">
                <a:latin typeface="anova-bold"/>
                <a:sym typeface="Wingdings" panose="05000000000000000000" pitchFamily="2" charset="2"/>
              </a:rPr>
              <a:t>):</a:t>
            </a:r>
            <a:r>
              <a:rPr lang="es-ES" sz="2400">
                <a:latin typeface="anova-bold"/>
              </a:rPr>
              <a:t> Es la hipótesis estadística que sostiene que la suposición inicial que se tiene respecto a un parámetro poblacional es falsa. Por lo tanto, la hipótesis nula es aquella hipótesis que se pretende rechazar.</a:t>
            </a:r>
          </a:p>
          <a:p>
            <a:pPr marL="457200" indent="-457200" algn="just">
              <a:buFont typeface="+mj-lt"/>
              <a:buAutoNum type="arabicPeriod"/>
            </a:pPr>
            <a:r>
              <a:rPr lang="es-ES" sz="2400" b="1">
                <a:latin typeface="anova-bold"/>
              </a:rPr>
              <a:t>Hipótesis alternativa (H</a:t>
            </a:r>
            <a:r>
              <a:rPr lang="es-ES" sz="2400" b="1">
                <a:latin typeface="Times New Roman" panose="02020603050405020304" pitchFamily="18" charset="0"/>
                <a:cs typeface="Times New Roman" panose="02020603050405020304" pitchFamily="18" charset="0"/>
              </a:rPr>
              <a:t>₁</a:t>
            </a:r>
            <a:r>
              <a:rPr lang="es-ES" sz="2400" b="1">
                <a:latin typeface="anova-bold"/>
                <a:cs typeface="Times New Roman" panose="02020603050405020304" pitchFamily="18" charset="0"/>
              </a:rPr>
              <a:t>):</a:t>
            </a:r>
            <a:r>
              <a:rPr lang="es-ES" sz="2400">
                <a:latin typeface="anova-bold"/>
              </a:rPr>
              <a:t> Es la hipótesis estadística de la investigación que se pretende probar que es cierta. Es decir, la hipótesis alternativa es una suposición previa que tiene el investigador y para intentar demostrar que es verdadera llevará a cabo la prueba de hipótesis.</a:t>
            </a:r>
            <a:endParaRPr lang="es-AR" sz="2400">
              <a:latin typeface="anova-bold"/>
            </a:endParaRPr>
          </a:p>
        </p:txBody>
      </p:sp>
      <p:sp>
        <p:nvSpPr>
          <p:cNvPr id="4" name="CuadroTexto 3">
            <a:extLst>
              <a:ext uri="{FF2B5EF4-FFF2-40B4-BE49-F238E27FC236}">
                <a16:creationId xmlns:a16="http://schemas.microsoft.com/office/drawing/2014/main" id="{195D5176-247A-9F5E-BBF0-9507D749A10C}"/>
              </a:ext>
            </a:extLst>
          </p:cNvPr>
          <p:cNvSpPr txBox="1"/>
          <p:nvPr/>
        </p:nvSpPr>
        <p:spPr>
          <a:xfrm>
            <a:off x="472698" y="6152572"/>
            <a:ext cx="11246602" cy="461665"/>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wrap="square">
            <a:spAutoFit/>
          </a:bodyPr>
          <a:lstStyle/>
          <a:p>
            <a:pPr algn="ctr"/>
            <a:r>
              <a:rPr lang="es-ES" sz="2400" b="1">
                <a:latin typeface="LiberationSerif"/>
              </a:rPr>
              <a:t>La hipótesis nula se formula simplemente contradiciendo la hipótesis alternativa</a:t>
            </a:r>
            <a:endParaRPr lang="es-AR" sz="2400" b="1">
              <a:solidFill>
                <a:srgbClr val="FF0000"/>
              </a:solidFill>
            </a:endParaRPr>
          </a:p>
        </p:txBody>
      </p:sp>
    </p:spTree>
    <p:extLst>
      <p:ext uri="{BB962C8B-B14F-4D97-AF65-F5344CB8AC3E}">
        <p14:creationId xmlns:p14="http://schemas.microsoft.com/office/powerpoint/2010/main" val="27094054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alpha val="52000"/>
          </a:schemeClr>
        </a:solidFill>
        <a:effectLst/>
      </p:bgPr>
    </p:bg>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9FECBF37-E6BD-2872-35CC-804C2D3A8134}"/>
              </a:ext>
            </a:extLst>
          </p:cNvPr>
          <p:cNvSpPr txBox="1"/>
          <p:nvPr/>
        </p:nvSpPr>
        <p:spPr>
          <a:xfrm>
            <a:off x="0" y="705428"/>
            <a:ext cx="12122870" cy="461665"/>
          </a:xfrm>
          <a:prstGeom prst="rect">
            <a:avLst/>
          </a:prstGeom>
          <a:noFill/>
        </p:spPr>
        <p:txBody>
          <a:bodyPr wrap="square">
            <a:spAutoFit/>
          </a:bodyPr>
          <a:lstStyle/>
          <a:p>
            <a:pPr algn="just"/>
            <a:r>
              <a:rPr lang="es-ES" sz="2400" b="1">
                <a:solidFill>
                  <a:srgbClr val="007DC3"/>
                </a:solidFill>
                <a:latin typeface="anova-bold"/>
              </a:rPr>
              <a:t>Hipótesis nula:</a:t>
            </a:r>
          </a:p>
        </p:txBody>
      </p:sp>
      <p:sp>
        <p:nvSpPr>
          <p:cNvPr id="5" name="CuadroTexto 4">
            <a:extLst>
              <a:ext uri="{FF2B5EF4-FFF2-40B4-BE49-F238E27FC236}">
                <a16:creationId xmlns:a16="http://schemas.microsoft.com/office/drawing/2014/main" id="{DF15EAF5-50A6-436A-0FF8-71919CC3DF0A}"/>
              </a:ext>
            </a:extLst>
          </p:cNvPr>
          <p:cNvSpPr txBox="1"/>
          <p:nvPr/>
        </p:nvSpPr>
        <p:spPr>
          <a:xfrm>
            <a:off x="0" y="1383910"/>
            <a:ext cx="12192000" cy="3385542"/>
          </a:xfrm>
          <a:prstGeom prst="rect">
            <a:avLst/>
          </a:prstGeom>
          <a:noFill/>
        </p:spPr>
        <p:txBody>
          <a:bodyPr wrap="square">
            <a:spAutoFit/>
          </a:bodyPr>
          <a:lstStyle/>
          <a:p>
            <a:pPr marL="360363" algn="ctr"/>
            <a:r>
              <a:rPr lang="es-ES" sz="2800" b="1">
                <a:solidFill>
                  <a:srgbClr val="FF0000"/>
                </a:solidFill>
              </a:rPr>
              <a:t>Sostiene que la conclusión de un experimento es falsa</a:t>
            </a:r>
          </a:p>
          <a:p>
            <a:pPr marL="360363" algn="ctr"/>
            <a:endParaRPr lang="es-ES"/>
          </a:p>
          <a:p>
            <a:pPr marL="360363" algn="ctr"/>
            <a:endParaRPr lang="es-ES"/>
          </a:p>
          <a:p>
            <a:pPr marL="360363" algn="ctr"/>
            <a:endParaRPr lang="es-ES"/>
          </a:p>
          <a:p>
            <a:pPr marL="360363" algn="ctr"/>
            <a:endParaRPr lang="es-ES"/>
          </a:p>
          <a:p>
            <a:pPr marL="360363" algn="ctr"/>
            <a:endParaRPr lang="es-ES"/>
          </a:p>
          <a:p>
            <a:pPr algn="just" fontAlgn="base"/>
            <a:r>
              <a:rPr lang="es-ES" b="1" i="0">
                <a:solidFill>
                  <a:srgbClr val="181818"/>
                </a:solidFill>
                <a:effectLst/>
                <a:latin typeface="-apple-system"/>
              </a:rPr>
              <a:t>En general, la hipótesis nula incluye un «no» o un «diferente a» en su enunciado, ya que supone que la hipótesis de la investigación es falsa.</a:t>
            </a:r>
            <a:endParaRPr lang="es-419" b="0" i="0">
              <a:solidFill>
                <a:srgbClr val="181818"/>
              </a:solidFill>
              <a:effectLst/>
              <a:latin typeface="-apple-system"/>
            </a:endParaRPr>
          </a:p>
          <a:p>
            <a:pPr marL="715963" algn="just"/>
            <a:endParaRPr lang="es-ES"/>
          </a:p>
          <a:p>
            <a:pPr marL="715963" algn="just"/>
            <a:endParaRPr lang="es-ES"/>
          </a:p>
          <a:p>
            <a:pPr marL="715963" algn="just"/>
            <a:r>
              <a:rPr lang="es-ES" sz="2400" b="1">
                <a:solidFill>
                  <a:srgbClr val="007DC3"/>
                </a:solidFill>
                <a:latin typeface="anova-bold"/>
              </a:rPr>
              <a:t>Ejemplo:</a:t>
            </a:r>
          </a:p>
        </p:txBody>
      </p:sp>
      <p:sp>
        <p:nvSpPr>
          <p:cNvPr id="2" name="Título 1">
            <a:extLst>
              <a:ext uri="{FF2B5EF4-FFF2-40B4-BE49-F238E27FC236}">
                <a16:creationId xmlns:a16="http://schemas.microsoft.com/office/drawing/2014/main" id="{E7657504-2AC7-1E5C-6786-89BD004D3E32}"/>
              </a:ext>
            </a:extLst>
          </p:cNvPr>
          <p:cNvSpPr txBox="1">
            <a:spLocks/>
          </p:cNvSpPr>
          <p:nvPr/>
        </p:nvSpPr>
        <p:spPr>
          <a:xfrm>
            <a:off x="0" y="-18622"/>
            <a:ext cx="12192000" cy="720436"/>
          </a:xfrm>
          <a:prstGeom prst="rect">
            <a:avLst/>
          </a:prstGeom>
          <a:solidFill>
            <a:srgbClr val="FFC000"/>
          </a:solidFill>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00000"/>
              </a:lnSpc>
            </a:pPr>
            <a:r>
              <a:rPr lang="es-ES" sz="4000" b="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PROBABILIDAD  y ESTADÍSTICA: Hipótesis </a:t>
            </a:r>
            <a:endParaRPr lang="es-AR" sz="4000" b="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
        <p:nvSpPr>
          <p:cNvPr id="9" name="CuadroTexto 8">
            <a:extLst>
              <a:ext uri="{FF2B5EF4-FFF2-40B4-BE49-F238E27FC236}">
                <a16:creationId xmlns:a16="http://schemas.microsoft.com/office/drawing/2014/main" id="{2FC40610-EBB4-55E9-E2E8-895DD93A6A6F}"/>
              </a:ext>
            </a:extLst>
          </p:cNvPr>
          <p:cNvSpPr txBox="1"/>
          <p:nvPr/>
        </p:nvSpPr>
        <p:spPr>
          <a:xfrm>
            <a:off x="438134" y="5121104"/>
            <a:ext cx="11246602" cy="156966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wrap="square">
            <a:spAutoFit/>
          </a:bodyPr>
          <a:lstStyle/>
          <a:p>
            <a:pPr algn="ctr"/>
            <a:r>
              <a:rPr lang="es-ES" sz="2400" b="1">
                <a:latin typeface="LiberationSerif"/>
              </a:rPr>
              <a:t>Si en un estudio estadístico se quiere demostrar que la batería de un ordenador portátil de una determinada marca dura un promedio de 5 horas, la hipótesis nula será que la batería de ese ordenador portátil tiene una duración media diferente a 5 horas.</a:t>
            </a:r>
          </a:p>
          <a:p>
            <a:pPr algn="ctr"/>
            <a:r>
              <a:rPr lang="es-AR" sz="2400" b="1">
                <a:solidFill>
                  <a:schemeClr val="bg1">
                    <a:lumMod val="95000"/>
                  </a:schemeClr>
                </a:solidFill>
              </a:rPr>
              <a:t>H</a:t>
            </a:r>
            <a:r>
              <a:rPr lang="es-AR" sz="2400" b="1">
                <a:solidFill>
                  <a:schemeClr val="bg1">
                    <a:lumMod val="95000"/>
                  </a:schemeClr>
                </a:solidFill>
                <a:latin typeface="Times New Roman" panose="02020603050405020304" pitchFamily="18" charset="0"/>
                <a:cs typeface="Times New Roman" panose="02020603050405020304" pitchFamily="18" charset="0"/>
              </a:rPr>
              <a:t>₀: µ ≠5</a:t>
            </a:r>
            <a:endParaRPr lang="es-AR" sz="2400" b="1">
              <a:solidFill>
                <a:schemeClr val="bg1">
                  <a:lumMod val="95000"/>
                </a:schemeClr>
              </a:solidFill>
            </a:endParaRPr>
          </a:p>
        </p:txBody>
      </p:sp>
      <p:pic>
        <p:nvPicPr>
          <p:cNvPr id="6" name="Imagen 5">
            <a:extLst>
              <a:ext uri="{FF2B5EF4-FFF2-40B4-BE49-F238E27FC236}">
                <a16:creationId xmlns:a16="http://schemas.microsoft.com/office/drawing/2014/main" id="{1AE32186-B7D2-A9B5-1891-9C0630406CD5}"/>
              </a:ext>
            </a:extLst>
          </p:cNvPr>
          <p:cNvPicPr>
            <a:picLocks noChangeAspect="1"/>
          </p:cNvPicPr>
          <p:nvPr/>
        </p:nvPicPr>
        <p:blipFill>
          <a:blip r:embed="rId2"/>
          <a:stretch>
            <a:fillRect/>
          </a:stretch>
        </p:blipFill>
        <p:spPr>
          <a:xfrm>
            <a:off x="4627045" y="2238888"/>
            <a:ext cx="2235668" cy="53753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424357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alpha val="52000"/>
          </a:schemeClr>
        </a:solidFill>
        <a:effectLst/>
      </p:bgPr>
    </p:bg>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9FECBF37-E6BD-2872-35CC-804C2D3A8134}"/>
              </a:ext>
            </a:extLst>
          </p:cNvPr>
          <p:cNvSpPr txBox="1"/>
          <p:nvPr/>
        </p:nvSpPr>
        <p:spPr>
          <a:xfrm>
            <a:off x="0" y="722977"/>
            <a:ext cx="12122870" cy="461665"/>
          </a:xfrm>
          <a:prstGeom prst="rect">
            <a:avLst/>
          </a:prstGeom>
          <a:noFill/>
        </p:spPr>
        <p:txBody>
          <a:bodyPr wrap="square">
            <a:spAutoFit/>
          </a:bodyPr>
          <a:lstStyle/>
          <a:p>
            <a:pPr algn="just"/>
            <a:r>
              <a:rPr lang="es-ES" sz="2400" b="1">
                <a:solidFill>
                  <a:srgbClr val="007DC3"/>
                </a:solidFill>
                <a:latin typeface="anova-bold"/>
              </a:rPr>
              <a:t>Hipótesis alternativa:</a:t>
            </a:r>
          </a:p>
        </p:txBody>
      </p:sp>
      <p:sp>
        <p:nvSpPr>
          <p:cNvPr id="5" name="CuadroTexto 4">
            <a:extLst>
              <a:ext uri="{FF2B5EF4-FFF2-40B4-BE49-F238E27FC236}">
                <a16:creationId xmlns:a16="http://schemas.microsoft.com/office/drawing/2014/main" id="{DF15EAF5-50A6-436A-0FF8-71919CC3DF0A}"/>
              </a:ext>
            </a:extLst>
          </p:cNvPr>
          <p:cNvSpPr txBox="1"/>
          <p:nvPr/>
        </p:nvSpPr>
        <p:spPr>
          <a:xfrm>
            <a:off x="0" y="1326276"/>
            <a:ext cx="12192000" cy="2831544"/>
          </a:xfrm>
          <a:prstGeom prst="rect">
            <a:avLst/>
          </a:prstGeom>
          <a:noFill/>
        </p:spPr>
        <p:txBody>
          <a:bodyPr wrap="square">
            <a:spAutoFit/>
          </a:bodyPr>
          <a:lstStyle/>
          <a:p>
            <a:pPr marL="84138" algn="ctr"/>
            <a:r>
              <a:rPr lang="es-ES" sz="2800" b="1">
                <a:solidFill>
                  <a:srgbClr val="FF0000"/>
                </a:solidFill>
              </a:rPr>
              <a:t>Es la hipótesis de la investigación que se quiere demostrar que es cierta</a:t>
            </a:r>
            <a:endParaRPr lang="es-ES"/>
          </a:p>
          <a:p>
            <a:pPr marL="360363" algn="ctr"/>
            <a:endParaRPr lang="es-ES"/>
          </a:p>
          <a:p>
            <a:pPr marL="360363" algn="ctr"/>
            <a:endParaRPr lang="es-ES"/>
          </a:p>
          <a:p>
            <a:pPr marL="360363" algn="ctr"/>
            <a:endParaRPr lang="es-ES"/>
          </a:p>
          <a:p>
            <a:pPr marL="360363" algn="ctr"/>
            <a:endParaRPr lang="es-ES"/>
          </a:p>
          <a:p>
            <a:pPr marL="360363" algn="ctr"/>
            <a:endParaRPr lang="es-ES"/>
          </a:p>
          <a:p>
            <a:pPr algn="l" fontAlgn="base"/>
            <a:r>
              <a:rPr lang="es-ES" b="1" i="0">
                <a:solidFill>
                  <a:srgbClr val="181818"/>
                </a:solidFill>
                <a:effectLst/>
                <a:latin typeface="-apple-system"/>
              </a:rPr>
              <a:t>Al finalizar la prueba de hipótesis se aceptará o se rechazará la hipótesis alternativa en función de los resultados obtenidos.</a:t>
            </a:r>
          </a:p>
          <a:p>
            <a:pPr algn="l" fontAlgn="base"/>
            <a:endParaRPr lang="es-ES" b="1">
              <a:solidFill>
                <a:srgbClr val="181818"/>
              </a:solidFill>
              <a:latin typeface="-apple-system"/>
            </a:endParaRPr>
          </a:p>
          <a:p>
            <a:pPr marL="715963" algn="just"/>
            <a:r>
              <a:rPr lang="es-ES" sz="2400" b="1">
                <a:solidFill>
                  <a:srgbClr val="007DC3"/>
                </a:solidFill>
                <a:latin typeface="anova-bold"/>
              </a:rPr>
              <a:t>Ejemplo:</a:t>
            </a:r>
          </a:p>
        </p:txBody>
      </p:sp>
      <p:sp>
        <p:nvSpPr>
          <p:cNvPr id="2" name="Título 1">
            <a:extLst>
              <a:ext uri="{FF2B5EF4-FFF2-40B4-BE49-F238E27FC236}">
                <a16:creationId xmlns:a16="http://schemas.microsoft.com/office/drawing/2014/main" id="{E7657504-2AC7-1E5C-6786-89BD004D3E32}"/>
              </a:ext>
            </a:extLst>
          </p:cNvPr>
          <p:cNvSpPr txBox="1">
            <a:spLocks/>
          </p:cNvSpPr>
          <p:nvPr/>
        </p:nvSpPr>
        <p:spPr>
          <a:xfrm>
            <a:off x="0" y="-18622"/>
            <a:ext cx="12192000" cy="720436"/>
          </a:xfrm>
          <a:prstGeom prst="rect">
            <a:avLst/>
          </a:prstGeom>
          <a:solidFill>
            <a:srgbClr val="FFC000"/>
          </a:solidFill>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00000"/>
              </a:lnSpc>
            </a:pPr>
            <a:r>
              <a:rPr lang="es-ES" sz="4000" b="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PROBABILIDAD  y ESTADÍSTICA: Hipótesis </a:t>
            </a:r>
            <a:endParaRPr lang="es-AR" sz="4000" b="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
        <p:nvSpPr>
          <p:cNvPr id="9" name="CuadroTexto 8">
            <a:extLst>
              <a:ext uri="{FF2B5EF4-FFF2-40B4-BE49-F238E27FC236}">
                <a16:creationId xmlns:a16="http://schemas.microsoft.com/office/drawing/2014/main" id="{2FC40610-EBB4-55E9-E2E8-895DD93A6A6F}"/>
              </a:ext>
            </a:extLst>
          </p:cNvPr>
          <p:cNvSpPr txBox="1"/>
          <p:nvPr/>
        </p:nvSpPr>
        <p:spPr>
          <a:xfrm>
            <a:off x="438134" y="4633772"/>
            <a:ext cx="11246602" cy="156966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wrap="square">
            <a:spAutoFit/>
          </a:bodyPr>
          <a:lstStyle/>
          <a:p>
            <a:pPr algn="ctr"/>
            <a:r>
              <a:rPr lang="es-ES" sz="2400" b="1">
                <a:latin typeface="LiberationSerif"/>
              </a:rPr>
              <a:t>si en una investigación estadística se quiere demostrar que una pieza producida por una determinada máquina tiene una longitud de media 25 cm, la hipótesis alternativa será que el promedio de la longitud de dicha pieza es de 25 cm.</a:t>
            </a:r>
          </a:p>
          <a:p>
            <a:pPr algn="ctr"/>
            <a:r>
              <a:rPr lang="es-AR" sz="2400" b="1">
                <a:solidFill>
                  <a:schemeClr val="bg1">
                    <a:lumMod val="95000"/>
                  </a:schemeClr>
                </a:solidFill>
              </a:rPr>
              <a:t>H₁</a:t>
            </a:r>
            <a:r>
              <a:rPr lang="es-AR" sz="2400" b="1">
                <a:solidFill>
                  <a:schemeClr val="bg1">
                    <a:lumMod val="95000"/>
                  </a:schemeClr>
                </a:solidFill>
                <a:latin typeface="Times New Roman" panose="02020603050405020304" pitchFamily="18" charset="0"/>
                <a:cs typeface="Times New Roman" panose="02020603050405020304" pitchFamily="18" charset="0"/>
              </a:rPr>
              <a:t>: µ = 25 cm</a:t>
            </a:r>
            <a:endParaRPr lang="es-AR" sz="2400" b="1">
              <a:solidFill>
                <a:schemeClr val="bg1">
                  <a:lumMod val="95000"/>
                </a:schemeClr>
              </a:solidFill>
            </a:endParaRPr>
          </a:p>
        </p:txBody>
      </p:sp>
      <p:pic>
        <p:nvPicPr>
          <p:cNvPr id="7" name="Imagen 6">
            <a:extLst>
              <a:ext uri="{FF2B5EF4-FFF2-40B4-BE49-F238E27FC236}">
                <a16:creationId xmlns:a16="http://schemas.microsoft.com/office/drawing/2014/main" id="{3AF6D43D-1A95-92A8-A6BD-A884CF1ACE5A}"/>
              </a:ext>
            </a:extLst>
          </p:cNvPr>
          <p:cNvPicPr>
            <a:picLocks noChangeAspect="1"/>
          </p:cNvPicPr>
          <p:nvPr/>
        </p:nvPicPr>
        <p:blipFill>
          <a:blip r:embed="rId2"/>
          <a:stretch>
            <a:fillRect/>
          </a:stretch>
        </p:blipFill>
        <p:spPr>
          <a:xfrm>
            <a:off x="3688354" y="2030346"/>
            <a:ext cx="3640631" cy="71170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558650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alpha val="52000"/>
          </a:schemeClr>
        </a:solidFill>
        <a:effectLst/>
      </p:bgPr>
    </p:bg>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9FECBF37-E6BD-2872-35CC-804C2D3A8134}"/>
              </a:ext>
            </a:extLst>
          </p:cNvPr>
          <p:cNvSpPr txBox="1"/>
          <p:nvPr/>
        </p:nvSpPr>
        <p:spPr>
          <a:xfrm>
            <a:off x="0" y="722977"/>
            <a:ext cx="12122870" cy="461665"/>
          </a:xfrm>
          <a:prstGeom prst="rect">
            <a:avLst/>
          </a:prstGeom>
          <a:noFill/>
        </p:spPr>
        <p:txBody>
          <a:bodyPr wrap="square">
            <a:spAutoFit/>
          </a:bodyPr>
          <a:lstStyle/>
          <a:p>
            <a:pPr algn="just"/>
            <a:r>
              <a:rPr lang="es-ES" sz="2400" b="1">
                <a:solidFill>
                  <a:srgbClr val="007DC3"/>
                </a:solidFill>
                <a:latin typeface="anova-bold"/>
              </a:rPr>
              <a:t>Hipótesis alternativa e Hipótesis nula:</a:t>
            </a:r>
          </a:p>
        </p:txBody>
      </p:sp>
      <p:sp>
        <p:nvSpPr>
          <p:cNvPr id="2" name="Título 1">
            <a:extLst>
              <a:ext uri="{FF2B5EF4-FFF2-40B4-BE49-F238E27FC236}">
                <a16:creationId xmlns:a16="http://schemas.microsoft.com/office/drawing/2014/main" id="{E7657504-2AC7-1E5C-6786-89BD004D3E32}"/>
              </a:ext>
            </a:extLst>
          </p:cNvPr>
          <p:cNvSpPr txBox="1">
            <a:spLocks/>
          </p:cNvSpPr>
          <p:nvPr/>
        </p:nvSpPr>
        <p:spPr>
          <a:xfrm>
            <a:off x="0" y="-18622"/>
            <a:ext cx="12192000" cy="720436"/>
          </a:xfrm>
          <a:prstGeom prst="rect">
            <a:avLst/>
          </a:prstGeom>
          <a:solidFill>
            <a:srgbClr val="FFC000"/>
          </a:solidFill>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00000"/>
              </a:lnSpc>
            </a:pPr>
            <a:r>
              <a:rPr lang="es-ES" sz="4000" b="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PROBABILIDAD  y ESTADÍSTICA: Hipótesis </a:t>
            </a:r>
            <a:endParaRPr lang="es-AR" sz="4000" b="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
        <p:nvSpPr>
          <p:cNvPr id="9" name="CuadroTexto 8">
            <a:extLst>
              <a:ext uri="{FF2B5EF4-FFF2-40B4-BE49-F238E27FC236}">
                <a16:creationId xmlns:a16="http://schemas.microsoft.com/office/drawing/2014/main" id="{2FC40610-EBB4-55E9-E2E8-895DD93A6A6F}"/>
              </a:ext>
            </a:extLst>
          </p:cNvPr>
          <p:cNvSpPr txBox="1"/>
          <p:nvPr/>
        </p:nvSpPr>
        <p:spPr>
          <a:xfrm>
            <a:off x="438134" y="4129924"/>
            <a:ext cx="11246602" cy="156966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wrap="square">
            <a:spAutoFit/>
          </a:bodyPr>
          <a:lstStyle/>
          <a:p>
            <a:pPr algn="ctr"/>
            <a:r>
              <a:rPr lang="es-AR" sz="2400" b="1">
                <a:solidFill>
                  <a:schemeClr val="bg1">
                    <a:lumMod val="95000"/>
                  </a:schemeClr>
                </a:solidFill>
              </a:rPr>
              <a:t>S</a:t>
            </a:r>
            <a:r>
              <a:rPr lang="es-ES" sz="2400" b="1">
                <a:latin typeface="LiberationSerif"/>
              </a:rPr>
              <a:t>i en una investigación estadística se quiere demostrar que una pieza producida por una determinada máquina tiene una longitud de media 25 cm </a:t>
            </a:r>
          </a:p>
          <a:p>
            <a:pPr algn="ctr"/>
            <a:r>
              <a:rPr lang="es-AR" sz="2400" b="1">
                <a:solidFill>
                  <a:schemeClr val="bg1">
                    <a:lumMod val="95000"/>
                  </a:schemeClr>
                </a:solidFill>
              </a:rPr>
              <a:t>H₁:</a:t>
            </a:r>
            <a:r>
              <a:rPr lang="es-ES" sz="2400" b="1">
                <a:latin typeface="LiberationSerif"/>
              </a:rPr>
              <a:t> La longitud media de dicha pieza es de 25 cm.</a:t>
            </a:r>
          </a:p>
          <a:p>
            <a:pPr algn="ctr"/>
            <a:r>
              <a:rPr lang="es-AR" sz="2400" b="1">
                <a:solidFill>
                  <a:schemeClr val="bg1">
                    <a:lumMod val="95000"/>
                  </a:schemeClr>
                </a:solidFill>
              </a:rPr>
              <a:t>H₁</a:t>
            </a:r>
            <a:r>
              <a:rPr lang="es-AR" sz="2400" b="1">
                <a:solidFill>
                  <a:schemeClr val="bg1">
                    <a:lumMod val="95000"/>
                  </a:schemeClr>
                </a:solidFill>
                <a:latin typeface="Times New Roman" panose="02020603050405020304" pitchFamily="18" charset="0"/>
                <a:cs typeface="Times New Roman" panose="02020603050405020304" pitchFamily="18" charset="0"/>
              </a:rPr>
              <a:t>: µ = 25 cm</a:t>
            </a:r>
            <a:endParaRPr lang="es-AR" sz="2400" b="1">
              <a:solidFill>
                <a:schemeClr val="bg1">
                  <a:lumMod val="95000"/>
                </a:schemeClr>
              </a:solidFill>
            </a:endParaRPr>
          </a:p>
        </p:txBody>
      </p:sp>
      <p:sp>
        <p:nvSpPr>
          <p:cNvPr id="3" name="CuadroTexto 2">
            <a:extLst>
              <a:ext uri="{FF2B5EF4-FFF2-40B4-BE49-F238E27FC236}">
                <a16:creationId xmlns:a16="http://schemas.microsoft.com/office/drawing/2014/main" id="{82EB50C5-D064-4A48-8D98-52BEA3AB90BA}"/>
              </a:ext>
            </a:extLst>
          </p:cNvPr>
          <p:cNvSpPr txBox="1"/>
          <p:nvPr/>
        </p:nvSpPr>
        <p:spPr>
          <a:xfrm>
            <a:off x="438133" y="5964152"/>
            <a:ext cx="11246601" cy="830997"/>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a:spAutoFit/>
          </a:bodyPr>
          <a:lstStyle/>
          <a:p>
            <a:pPr algn="ctr"/>
            <a:r>
              <a:rPr lang="es-419" sz="2400" b="1">
                <a:latin typeface="LiberationSerif"/>
              </a:rPr>
              <a:t>H₀: </a:t>
            </a:r>
            <a:r>
              <a:rPr lang="es-ES" sz="2400" b="1">
                <a:latin typeface="LiberationSerif"/>
              </a:rPr>
              <a:t>La longitud media de dicha pieza es diferente a 25 cm</a:t>
            </a:r>
            <a:r>
              <a:rPr lang="es-419" sz="2400" b="1">
                <a:latin typeface="LiberationSerif"/>
              </a:rPr>
              <a:t>.</a:t>
            </a:r>
          </a:p>
          <a:p>
            <a:pPr algn="ctr"/>
            <a:r>
              <a:rPr lang="es-AR" sz="2400" b="1">
                <a:solidFill>
                  <a:schemeClr val="bg1">
                    <a:lumMod val="95000"/>
                  </a:schemeClr>
                </a:solidFill>
              </a:rPr>
              <a:t>H</a:t>
            </a:r>
            <a:r>
              <a:rPr lang="es-AR" sz="2400" b="1">
                <a:solidFill>
                  <a:schemeClr val="bg1">
                    <a:lumMod val="95000"/>
                  </a:schemeClr>
                </a:solidFill>
                <a:latin typeface="Times New Roman" panose="02020603050405020304" pitchFamily="18" charset="0"/>
                <a:cs typeface="Times New Roman" panose="02020603050405020304" pitchFamily="18" charset="0"/>
              </a:rPr>
              <a:t>₀: µ ≠ 25 cm</a:t>
            </a:r>
            <a:endParaRPr lang="es-AR" sz="2400" b="1">
              <a:solidFill>
                <a:schemeClr val="bg1">
                  <a:lumMod val="95000"/>
                </a:schemeClr>
              </a:solidFill>
            </a:endParaRPr>
          </a:p>
        </p:txBody>
      </p:sp>
      <p:sp>
        <p:nvSpPr>
          <p:cNvPr id="6" name="CuadroTexto 5">
            <a:extLst>
              <a:ext uri="{FF2B5EF4-FFF2-40B4-BE49-F238E27FC236}">
                <a16:creationId xmlns:a16="http://schemas.microsoft.com/office/drawing/2014/main" id="{AD677766-4C71-A0D7-62E5-F667131E4A00}"/>
              </a:ext>
            </a:extLst>
          </p:cNvPr>
          <p:cNvSpPr txBox="1"/>
          <p:nvPr/>
        </p:nvSpPr>
        <p:spPr>
          <a:xfrm>
            <a:off x="438134" y="3013501"/>
            <a:ext cx="11246602" cy="830997"/>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wrap="square">
            <a:spAutoFit/>
          </a:bodyPr>
          <a:lstStyle/>
          <a:p>
            <a:pPr algn="ctr"/>
            <a:r>
              <a:rPr lang="es-AR" sz="2400" b="1">
                <a:solidFill>
                  <a:schemeClr val="bg1">
                    <a:lumMod val="95000"/>
                  </a:schemeClr>
                </a:solidFill>
              </a:rPr>
              <a:t>H₁:</a:t>
            </a:r>
            <a:r>
              <a:rPr lang="es-ES" sz="2400" b="1">
                <a:latin typeface="LiberationSerif"/>
              </a:rPr>
              <a:t> La batería de ese ordenador portátil tiene una duración media es 5 horas.</a:t>
            </a:r>
          </a:p>
          <a:p>
            <a:pPr algn="ctr"/>
            <a:r>
              <a:rPr lang="es-AR" sz="2400" b="1">
                <a:solidFill>
                  <a:schemeClr val="bg1">
                    <a:lumMod val="95000"/>
                  </a:schemeClr>
                </a:solidFill>
              </a:rPr>
              <a:t>H₁</a:t>
            </a:r>
            <a:r>
              <a:rPr lang="es-AR" sz="2400" b="1">
                <a:solidFill>
                  <a:schemeClr val="bg1">
                    <a:lumMod val="95000"/>
                  </a:schemeClr>
                </a:solidFill>
                <a:latin typeface="Times New Roman" panose="02020603050405020304" pitchFamily="18" charset="0"/>
                <a:cs typeface="Times New Roman" panose="02020603050405020304" pitchFamily="18" charset="0"/>
              </a:rPr>
              <a:t>: µ = 5 H</a:t>
            </a:r>
            <a:endParaRPr lang="es-AR" sz="2400" b="1">
              <a:solidFill>
                <a:schemeClr val="bg1">
                  <a:lumMod val="95000"/>
                </a:schemeClr>
              </a:solidFill>
            </a:endParaRPr>
          </a:p>
        </p:txBody>
      </p:sp>
      <p:sp>
        <p:nvSpPr>
          <p:cNvPr id="8" name="CuadroTexto 7">
            <a:extLst>
              <a:ext uri="{FF2B5EF4-FFF2-40B4-BE49-F238E27FC236}">
                <a16:creationId xmlns:a16="http://schemas.microsoft.com/office/drawing/2014/main" id="{739D5AF1-C089-19EF-8275-03DF799772FC}"/>
              </a:ext>
            </a:extLst>
          </p:cNvPr>
          <p:cNvSpPr txBox="1"/>
          <p:nvPr/>
        </p:nvSpPr>
        <p:spPr>
          <a:xfrm>
            <a:off x="438134" y="1309603"/>
            <a:ext cx="11246600" cy="1569660"/>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a:spAutoFit/>
          </a:bodyPr>
          <a:lstStyle/>
          <a:p>
            <a:pPr algn="ctr"/>
            <a:r>
              <a:rPr lang="es-ES" sz="2400" b="1">
                <a:latin typeface="LiberationSerif"/>
              </a:rPr>
              <a:t>Si en un estudio estadístico se quiere demostrar que la batería de un ordenador portátil de una determinada marca dura un promedio de 5 horas.</a:t>
            </a:r>
            <a:endParaRPr lang="es-419" sz="2400" b="1">
              <a:latin typeface="LiberationSerif"/>
            </a:endParaRPr>
          </a:p>
          <a:p>
            <a:pPr algn="ctr"/>
            <a:r>
              <a:rPr lang="es-419" sz="2400" b="1">
                <a:latin typeface="LiberationSerif"/>
              </a:rPr>
              <a:t>H₀: </a:t>
            </a:r>
            <a:r>
              <a:rPr lang="es-ES" sz="2400" b="1">
                <a:latin typeface="LiberationSerif"/>
              </a:rPr>
              <a:t>La batería de ese ordenador portátil tiene una duración media diferente a 5 horas.</a:t>
            </a:r>
            <a:endParaRPr lang="es-419" sz="2400" b="1">
              <a:latin typeface="LiberationSerif"/>
            </a:endParaRPr>
          </a:p>
          <a:p>
            <a:pPr algn="ctr"/>
            <a:r>
              <a:rPr lang="es-AR" sz="2400" b="1">
                <a:solidFill>
                  <a:schemeClr val="bg1">
                    <a:lumMod val="95000"/>
                  </a:schemeClr>
                </a:solidFill>
              </a:rPr>
              <a:t>H</a:t>
            </a:r>
            <a:r>
              <a:rPr lang="es-AR" sz="2400" b="1">
                <a:solidFill>
                  <a:schemeClr val="bg1">
                    <a:lumMod val="95000"/>
                  </a:schemeClr>
                </a:solidFill>
                <a:latin typeface="Times New Roman" panose="02020603050405020304" pitchFamily="18" charset="0"/>
                <a:cs typeface="Times New Roman" panose="02020603050405020304" pitchFamily="18" charset="0"/>
              </a:rPr>
              <a:t>₀: µ ≠ 5 H</a:t>
            </a:r>
            <a:endParaRPr lang="es-AR" sz="2400" b="1">
              <a:solidFill>
                <a:schemeClr val="bg1">
                  <a:lumMod val="95000"/>
                </a:schemeClr>
              </a:solidFill>
            </a:endParaRPr>
          </a:p>
        </p:txBody>
      </p:sp>
    </p:spTree>
    <p:extLst>
      <p:ext uri="{BB962C8B-B14F-4D97-AF65-F5344CB8AC3E}">
        <p14:creationId xmlns:p14="http://schemas.microsoft.com/office/powerpoint/2010/main" val="3207312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3" grpId="0" animBg="1"/>
      <p:bldP spid="6" grpId="0" animBg="1"/>
      <p:bldP spid="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alpha val="52000"/>
          </a:schemeClr>
        </a:solidFill>
        <a:effectLst/>
      </p:bgPr>
    </p:bg>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9FECBF37-E6BD-2872-35CC-804C2D3A8134}"/>
              </a:ext>
            </a:extLst>
          </p:cNvPr>
          <p:cNvSpPr txBox="1"/>
          <p:nvPr/>
        </p:nvSpPr>
        <p:spPr>
          <a:xfrm>
            <a:off x="0" y="827976"/>
            <a:ext cx="12122870" cy="461665"/>
          </a:xfrm>
          <a:prstGeom prst="rect">
            <a:avLst/>
          </a:prstGeom>
          <a:noFill/>
        </p:spPr>
        <p:txBody>
          <a:bodyPr wrap="square">
            <a:spAutoFit/>
          </a:bodyPr>
          <a:lstStyle/>
          <a:p>
            <a:pPr algn="just"/>
            <a:r>
              <a:rPr lang="es-ES" sz="2400" b="1">
                <a:solidFill>
                  <a:srgbClr val="007DC3"/>
                </a:solidFill>
                <a:latin typeface="anova-bold"/>
              </a:rPr>
              <a:t>Ejemplos de hipótesis estadísticas:</a:t>
            </a:r>
          </a:p>
        </p:txBody>
      </p:sp>
      <p:sp>
        <p:nvSpPr>
          <p:cNvPr id="7" name="CuadroTexto 6">
            <a:extLst>
              <a:ext uri="{FF2B5EF4-FFF2-40B4-BE49-F238E27FC236}">
                <a16:creationId xmlns:a16="http://schemas.microsoft.com/office/drawing/2014/main" id="{ECA56FDE-EF8C-3664-31DA-F665BD54B05B}"/>
              </a:ext>
            </a:extLst>
          </p:cNvPr>
          <p:cNvSpPr txBox="1"/>
          <p:nvPr/>
        </p:nvSpPr>
        <p:spPr>
          <a:xfrm>
            <a:off x="1853319" y="2279146"/>
            <a:ext cx="8485362" cy="369332"/>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a:spAutoFit/>
          </a:bodyPr>
          <a:lstStyle/>
          <a:p>
            <a:pPr algn="ctr"/>
            <a:r>
              <a:rPr lang="es-419"/>
              <a:t>H₀: La longitud media de las piezas producidas por una máquina es distinto a 15 cm.</a:t>
            </a:r>
          </a:p>
        </p:txBody>
      </p:sp>
      <p:sp>
        <p:nvSpPr>
          <p:cNvPr id="2" name="Título 1">
            <a:extLst>
              <a:ext uri="{FF2B5EF4-FFF2-40B4-BE49-F238E27FC236}">
                <a16:creationId xmlns:a16="http://schemas.microsoft.com/office/drawing/2014/main" id="{0EF53354-70BD-22CF-4ECA-F9849037063C}"/>
              </a:ext>
            </a:extLst>
          </p:cNvPr>
          <p:cNvSpPr txBox="1">
            <a:spLocks/>
          </p:cNvSpPr>
          <p:nvPr/>
        </p:nvSpPr>
        <p:spPr>
          <a:xfrm>
            <a:off x="0" y="0"/>
            <a:ext cx="12192000" cy="720436"/>
          </a:xfrm>
          <a:prstGeom prst="rect">
            <a:avLst/>
          </a:prstGeom>
          <a:solidFill>
            <a:srgbClr val="FFC000"/>
          </a:solidFill>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00000"/>
              </a:lnSpc>
            </a:pPr>
            <a:r>
              <a:rPr lang="es-ES" sz="4000" b="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PROBABILIDAD  y ESTADÍSTICA: Hipótesis </a:t>
            </a:r>
            <a:endParaRPr lang="es-AR" sz="4000" b="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
        <p:nvSpPr>
          <p:cNvPr id="8" name="CuadroTexto 7">
            <a:extLst>
              <a:ext uri="{FF2B5EF4-FFF2-40B4-BE49-F238E27FC236}">
                <a16:creationId xmlns:a16="http://schemas.microsoft.com/office/drawing/2014/main" id="{8552CEC9-9B26-9A83-0651-2B72A6AC7FF1}"/>
              </a:ext>
            </a:extLst>
          </p:cNvPr>
          <p:cNvSpPr txBox="1"/>
          <p:nvPr/>
        </p:nvSpPr>
        <p:spPr>
          <a:xfrm>
            <a:off x="766618" y="1741163"/>
            <a:ext cx="8582891" cy="369332"/>
          </a:xfrm>
          <a:prstGeom prst="rect">
            <a:avLst/>
          </a:prstGeom>
          <a:noFill/>
        </p:spPr>
        <p:txBody>
          <a:bodyPr wrap="square">
            <a:spAutoFit/>
          </a:bodyPr>
          <a:lstStyle/>
          <a:p>
            <a:pPr marL="342900" indent="-342900">
              <a:buFont typeface="+mj-lt"/>
              <a:buAutoNum type="arabicPeriod"/>
            </a:pPr>
            <a:r>
              <a:rPr lang="es-419" b="1"/>
              <a:t>H₁:</a:t>
            </a:r>
            <a:r>
              <a:rPr lang="es-419"/>
              <a:t> La longitud media de las piezas producidas por una máquina es igual a 15 cm.</a:t>
            </a:r>
          </a:p>
        </p:txBody>
      </p:sp>
      <p:sp>
        <p:nvSpPr>
          <p:cNvPr id="9" name="CuadroTexto 8">
            <a:extLst>
              <a:ext uri="{FF2B5EF4-FFF2-40B4-BE49-F238E27FC236}">
                <a16:creationId xmlns:a16="http://schemas.microsoft.com/office/drawing/2014/main" id="{5CC3B823-53B8-7797-AC6D-6BB2F024CF59}"/>
              </a:ext>
            </a:extLst>
          </p:cNvPr>
          <p:cNvSpPr txBox="1"/>
          <p:nvPr/>
        </p:nvSpPr>
        <p:spPr>
          <a:xfrm>
            <a:off x="766618" y="2744378"/>
            <a:ext cx="8582891" cy="369332"/>
          </a:xfrm>
          <a:prstGeom prst="rect">
            <a:avLst/>
          </a:prstGeom>
          <a:noFill/>
        </p:spPr>
        <p:txBody>
          <a:bodyPr wrap="square">
            <a:spAutoFit/>
          </a:bodyPr>
          <a:lstStyle/>
          <a:p>
            <a:pPr marL="342900" indent="-342900">
              <a:buFont typeface="+mj-lt"/>
              <a:buAutoNum type="arabicPeriod" startAt="2"/>
            </a:pPr>
            <a:r>
              <a:rPr lang="es-419" b="1"/>
              <a:t>H₁:</a:t>
            </a:r>
            <a:r>
              <a:rPr lang="es-419"/>
              <a:t> La efectividad del medicamento es igual o superior al 90%.</a:t>
            </a:r>
          </a:p>
        </p:txBody>
      </p:sp>
      <p:sp>
        <p:nvSpPr>
          <p:cNvPr id="10" name="CuadroTexto 9">
            <a:extLst>
              <a:ext uri="{FF2B5EF4-FFF2-40B4-BE49-F238E27FC236}">
                <a16:creationId xmlns:a16="http://schemas.microsoft.com/office/drawing/2014/main" id="{B5A4A0EC-18D0-B96A-0C3F-E4BA22DFE17B}"/>
              </a:ext>
            </a:extLst>
          </p:cNvPr>
          <p:cNvSpPr txBox="1"/>
          <p:nvPr/>
        </p:nvSpPr>
        <p:spPr>
          <a:xfrm>
            <a:off x="773616" y="3694619"/>
            <a:ext cx="10575637" cy="369332"/>
          </a:xfrm>
          <a:prstGeom prst="rect">
            <a:avLst/>
          </a:prstGeom>
          <a:noFill/>
        </p:spPr>
        <p:txBody>
          <a:bodyPr wrap="square">
            <a:spAutoFit/>
          </a:bodyPr>
          <a:lstStyle/>
          <a:p>
            <a:pPr marL="342900" indent="-342900">
              <a:buFont typeface="+mj-lt"/>
              <a:buAutoNum type="arabicPeriod" startAt="3"/>
            </a:pPr>
            <a:r>
              <a:rPr lang="es-419" b="1"/>
              <a:t>H₁:</a:t>
            </a:r>
            <a:r>
              <a:rPr lang="es-419"/>
              <a:t> El salario medio de una empresa tiene una desviación típica mayor de 15000 dólares anuales.</a:t>
            </a:r>
          </a:p>
        </p:txBody>
      </p:sp>
      <p:sp>
        <p:nvSpPr>
          <p:cNvPr id="11" name="CuadroTexto 10">
            <a:extLst>
              <a:ext uri="{FF2B5EF4-FFF2-40B4-BE49-F238E27FC236}">
                <a16:creationId xmlns:a16="http://schemas.microsoft.com/office/drawing/2014/main" id="{80EB37F2-35B9-484F-2021-73C4FC260C64}"/>
              </a:ext>
            </a:extLst>
          </p:cNvPr>
          <p:cNvSpPr txBox="1"/>
          <p:nvPr/>
        </p:nvSpPr>
        <p:spPr>
          <a:xfrm>
            <a:off x="773616" y="4739637"/>
            <a:ext cx="10575637" cy="369332"/>
          </a:xfrm>
          <a:prstGeom prst="rect">
            <a:avLst/>
          </a:prstGeom>
          <a:noFill/>
        </p:spPr>
        <p:txBody>
          <a:bodyPr wrap="square">
            <a:spAutoFit/>
          </a:bodyPr>
          <a:lstStyle/>
          <a:p>
            <a:pPr marL="342900" indent="-342900">
              <a:buFont typeface="+mj-lt"/>
              <a:buAutoNum type="arabicPeriod" startAt="4"/>
            </a:pPr>
            <a:r>
              <a:rPr lang="es-419" b="1"/>
              <a:t>H₁:</a:t>
            </a:r>
            <a:r>
              <a:rPr lang="es-419"/>
              <a:t> La máquina nueva produce de media mayor a 2 unidades al día que la máquina anterior.</a:t>
            </a:r>
          </a:p>
        </p:txBody>
      </p:sp>
      <p:sp>
        <p:nvSpPr>
          <p:cNvPr id="12" name="CuadroTexto 11">
            <a:extLst>
              <a:ext uri="{FF2B5EF4-FFF2-40B4-BE49-F238E27FC236}">
                <a16:creationId xmlns:a16="http://schemas.microsoft.com/office/drawing/2014/main" id="{49BE30D1-C0F6-6F21-0BAF-E2C56289F9BA}"/>
              </a:ext>
            </a:extLst>
          </p:cNvPr>
          <p:cNvSpPr txBox="1"/>
          <p:nvPr/>
        </p:nvSpPr>
        <p:spPr>
          <a:xfrm>
            <a:off x="2793094" y="3196181"/>
            <a:ext cx="6242418" cy="369332"/>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a:spAutoFit/>
          </a:bodyPr>
          <a:lstStyle/>
          <a:p>
            <a:pPr algn="ctr"/>
            <a:r>
              <a:rPr lang="es-419"/>
              <a:t>H₀: La efectividad del medicamento es menor al 90%.</a:t>
            </a:r>
          </a:p>
        </p:txBody>
      </p:sp>
      <p:sp>
        <p:nvSpPr>
          <p:cNvPr id="13" name="CuadroTexto 12">
            <a:extLst>
              <a:ext uri="{FF2B5EF4-FFF2-40B4-BE49-F238E27FC236}">
                <a16:creationId xmlns:a16="http://schemas.microsoft.com/office/drawing/2014/main" id="{0BD6297A-E48F-728B-4A36-9A6FC89E744C}"/>
              </a:ext>
            </a:extLst>
          </p:cNvPr>
          <p:cNvSpPr txBox="1"/>
          <p:nvPr/>
        </p:nvSpPr>
        <p:spPr>
          <a:xfrm>
            <a:off x="1111338" y="4211775"/>
            <a:ext cx="10675807" cy="369332"/>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a:spAutoFit/>
          </a:bodyPr>
          <a:lstStyle/>
          <a:p>
            <a:pPr algn="ctr"/>
            <a:r>
              <a:rPr lang="es-419"/>
              <a:t>H₀: El salario medio de una empresa tiene una desviación típica menor o igual de 15000 dólares anuales.</a:t>
            </a:r>
          </a:p>
        </p:txBody>
      </p:sp>
      <p:sp>
        <p:nvSpPr>
          <p:cNvPr id="14" name="CuadroTexto 13">
            <a:extLst>
              <a:ext uri="{FF2B5EF4-FFF2-40B4-BE49-F238E27FC236}">
                <a16:creationId xmlns:a16="http://schemas.microsoft.com/office/drawing/2014/main" id="{536317DB-29E2-2F3F-AFDD-C2800EAFD0FE}"/>
              </a:ext>
            </a:extLst>
          </p:cNvPr>
          <p:cNvSpPr txBox="1"/>
          <p:nvPr/>
        </p:nvSpPr>
        <p:spPr>
          <a:xfrm>
            <a:off x="1359745" y="5267499"/>
            <a:ext cx="10073443" cy="369332"/>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a:spAutoFit/>
          </a:bodyPr>
          <a:lstStyle/>
          <a:p>
            <a:pPr algn="ctr"/>
            <a:r>
              <a:rPr lang="es-419"/>
              <a:t>H₀: La máquina nueva produce de media menor o igual a 2 unidades al día que la máquina anterior.</a:t>
            </a:r>
          </a:p>
        </p:txBody>
      </p:sp>
      <p:sp>
        <p:nvSpPr>
          <p:cNvPr id="15" name="CuadroTexto 14">
            <a:extLst>
              <a:ext uri="{FF2B5EF4-FFF2-40B4-BE49-F238E27FC236}">
                <a16:creationId xmlns:a16="http://schemas.microsoft.com/office/drawing/2014/main" id="{B173C41F-F54F-4C90-8737-6EE5CD08C4E5}"/>
              </a:ext>
            </a:extLst>
          </p:cNvPr>
          <p:cNvSpPr txBox="1"/>
          <p:nvPr/>
        </p:nvSpPr>
        <p:spPr>
          <a:xfrm>
            <a:off x="540543" y="6068316"/>
            <a:ext cx="11246602" cy="461665"/>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wrap="square">
            <a:spAutoFit/>
          </a:bodyPr>
          <a:lstStyle/>
          <a:p>
            <a:pPr algn="ctr"/>
            <a:r>
              <a:rPr lang="es-ES" sz="2400" b="1">
                <a:latin typeface="LiberationSerif"/>
              </a:rPr>
              <a:t>La hipótesis nula se formula simplemente contradiciendo la hipótesis alternativa</a:t>
            </a:r>
            <a:endParaRPr lang="es-AR" sz="2400" b="1">
              <a:solidFill>
                <a:srgbClr val="FF0000"/>
              </a:solidFill>
            </a:endParaRPr>
          </a:p>
        </p:txBody>
      </p:sp>
    </p:spTree>
    <p:extLst>
      <p:ext uri="{BB962C8B-B14F-4D97-AF65-F5344CB8AC3E}">
        <p14:creationId xmlns:p14="http://schemas.microsoft.com/office/powerpoint/2010/main" val="1713607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p:bldP spid="10" grpId="0"/>
      <p:bldP spid="11" grpId="0"/>
      <p:bldP spid="12" grpId="0" animBg="1"/>
      <p:bldP spid="13" grpId="0" animBg="1"/>
      <p:bldP spid="14" grpId="0" animBg="1"/>
      <p:bldP spid="1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alpha val="52000"/>
          </a:schemeClr>
        </a:solidFill>
        <a:effectLst/>
      </p:bgPr>
    </p:bg>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9FECBF37-E6BD-2872-35CC-804C2D3A8134}"/>
              </a:ext>
            </a:extLst>
          </p:cNvPr>
          <p:cNvSpPr txBox="1"/>
          <p:nvPr/>
        </p:nvSpPr>
        <p:spPr>
          <a:xfrm>
            <a:off x="0" y="705428"/>
            <a:ext cx="12122870" cy="461665"/>
          </a:xfrm>
          <a:prstGeom prst="rect">
            <a:avLst/>
          </a:prstGeom>
          <a:noFill/>
        </p:spPr>
        <p:txBody>
          <a:bodyPr wrap="square">
            <a:spAutoFit/>
          </a:bodyPr>
          <a:lstStyle/>
          <a:p>
            <a:pPr algn="just"/>
            <a:r>
              <a:rPr lang="es-ES" sz="2400" b="1">
                <a:solidFill>
                  <a:srgbClr val="007DC3"/>
                </a:solidFill>
                <a:latin typeface="anova-bold"/>
              </a:rPr>
              <a:t>Prueba de hipótesis:</a:t>
            </a:r>
          </a:p>
        </p:txBody>
      </p:sp>
      <p:sp>
        <p:nvSpPr>
          <p:cNvPr id="5" name="CuadroTexto 4">
            <a:extLst>
              <a:ext uri="{FF2B5EF4-FFF2-40B4-BE49-F238E27FC236}">
                <a16:creationId xmlns:a16="http://schemas.microsoft.com/office/drawing/2014/main" id="{DF15EAF5-50A6-436A-0FF8-71919CC3DF0A}"/>
              </a:ext>
            </a:extLst>
          </p:cNvPr>
          <p:cNvSpPr txBox="1"/>
          <p:nvPr/>
        </p:nvSpPr>
        <p:spPr>
          <a:xfrm>
            <a:off x="0" y="1238437"/>
            <a:ext cx="12192000" cy="3416320"/>
          </a:xfrm>
          <a:prstGeom prst="rect">
            <a:avLst/>
          </a:prstGeom>
          <a:noFill/>
        </p:spPr>
        <p:txBody>
          <a:bodyPr wrap="square">
            <a:spAutoFit/>
          </a:bodyPr>
          <a:lstStyle/>
          <a:p>
            <a:pPr marL="360363" algn="just"/>
            <a:r>
              <a:rPr lang="es-419"/>
              <a:t>La prueba de hipótesis, también conocida como contraste de hipótesis o test de hipótesis, es un método que se usa para rechazar o aceptar una hipótesis estadística. Es decir, una prueba de hipótesis sirve para determinar si se rechaza o se acepta una hipótesis que se tiene acerca del valor de un parámetro estadístico de una población.</a:t>
            </a:r>
            <a:endParaRPr lang="es-ES"/>
          </a:p>
          <a:p>
            <a:pPr marL="715963" algn="just"/>
            <a:endParaRPr lang="es-ES"/>
          </a:p>
          <a:p>
            <a:pPr algn="l" fontAlgn="base"/>
            <a:r>
              <a:rPr lang="es-419" b="1" i="0">
                <a:solidFill>
                  <a:srgbClr val="181818"/>
                </a:solidFill>
                <a:effectLst/>
                <a:latin typeface="-apple-system"/>
              </a:rPr>
              <a:t>Se distinguen dos tipos de pruebas de hipótesis:</a:t>
            </a:r>
          </a:p>
          <a:p>
            <a:pPr algn="l" fontAlgn="base"/>
            <a:endParaRPr lang="es-419" b="0" i="0">
              <a:solidFill>
                <a:srgbClr val="181818"/>
              </a:solidFill>
              <a:effectLst/>
              <a:latin typeface="-apple-system"/>
            </a:endParaRPr>
          </a:p>
          <a:p>
            <a:pPr marL="803275" indent="-442913" algn="just" fontAlgn="base">
              <a:buFont typeface="+mj-lt"/>
              <a:buAutoNum type="arabicPeriod"/>
            </a:pPr>
            <a:r>
              <a:rPr lang="es-419" b="1" i="0">
                <a:solidFill>
                  <a:srgbClr val="101010"/>
                </a:solidFill>
                <a:effectLst/>
                <a:latin typeface="-apple-system"/>
              </a:rPr>
              <a:t>Prueba de hipótesis bilateral (o prueba de hipótesis de dos colas)</a:t>
            </a:r>
            <a:r>
              <a:rPr lang="es-419" b="0" i="0">
                <a:solidFill>
                  <a:srgbClr val="101010"/>
                </a:solidFill>
                <a:effectLst/>
                <a:latin typeface="-apple-system"/>
              </a:rPr>
              <a:t>: la hipótesis alternativa de la prueba de hipótesis afirma que el parámetro poblacional es «diferente a» un valor concreto.</a:t>
            </a:r>
          </a:p>
          <a:p>
            <a:pPr marL="803275" indent="-442913" algn="just" fontAlgn="base">
              <a:buFont typeface="+mj-lt"/>
              <a:buAutoNum type="arabicPeriod"/>
            </a:pPr>
            <a:endParaRPr lang="es-419" b="1" i="0">
              <a:solidFill>
                <a:srgbClr val="FF8A05"/>
              </a:solidFill>
              <a:effectLst/>
              <a:latin typeface="-apple-system"/>
            </a:endParaRPr>
          </a:p>
          <a:p>
            <a:pPr marL="803275" indent="-442913" algn="just" fontAlgn="base">
              <a:buFont typeface="+mj-lt"/>
              <a:buAutoNum type="arabicPeriod"/>
            </a:pPr>
            <a:r>
              <a:rPr lang="es-419" b="1" i="0">
                <a:solidFill>
                  <a:srgbClr val="101010"/>
                </a:solidFill>
                <a:effectLst/>
                <a:latin typeface="-apple-system"/>
              </a:rPr>
              <a:t>Prueba de hipótesis unilateral (o prueba de hipótesis de una cola)</a:t>
            </a:r>
            <a:r>
              <a:rPr lang="es-419" b="0" i="0">
                <a:solidFill>
                  <a:srgbClr val="101010"/>
                </a:solidFill>
                <a:effectLst/>
                <a:latin typeface="-apple-system"/>
              </a:rPr>
              <a:t>: la hipótesis alternativa de la prueba de hipótesis afirma que el parámetro poblacional es «mayor que» (cola derecha) o «menor que» (cola izquierda) un valor concreto.</a:t>
            </a:r>
            <a:endParaRPr lang="es-419" b="1" i="0">
              <a:solidFill>
                <a:srgbClr val="FF8A05"/>
              </a:solidFill>
              <a:effectLst/>
              <a:latin typeface="-apple-system"/>
            </a:endParaRPr>
          </a:p>
          <a:p>
            <a:pPr marL="715963" algn="just"/>
            <a:endParaRPr lang="es-ES"/>
          </a:p>
        </p:txBody>
      </p:sp>
      <p:sp>
        <p:nvSpPr>
          <p:cNvPr id="2" name="Título 1">
            <a:extLst>
              <a:ext uri="{FF2B5EF4-FFF2-40B4-BE49-F238E27FC236}">
                <a16:creationId xmlns:a16="http://schemas.microsoft.com/office/drawing/2014/main" id="{E7657504-2AC7-1E5C-6786-89BD004D3E32}"/>
              </a:ext>
            </a:extLst>
          </p:cNvPr>
          <p:cNvSpPr txBox="1">
            <a:spLocks/>
          </p:cNvSpPr>
          <p:nvPr/>
        </p:nvSpPr>
        <p:spPr>
          <a:xfrm>
            <a:off x="0" y="-18622"/>
            <a:ext cx="12192000" cy="720436"/>
          </a:xfrm>
          <a:prstGeom prst="rect">
            <a:avLst/>
          </a:prstGeom>
          <a:solidFill>
            <a:srgbClr val="FFC000"/>
          </a:solidFill>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00000"/>
              </a:lnSpc>
            </a:pPr>
            <a:r>
              <a:rPr lang="es-ES" sz="4000" b="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PROBABILIDAD  y ESTADÍSTICA: Hipótesis </a:t>
            </a:r>
            <a:endParaRPr lang="es-AR" sz="4000" b="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
        <p:nvSpPr>
          <p:cNvPr id="9" name="CuadroTexto 8">
            <a:extLst>
              <a:ext uri="{FF2B5EF4-FFF2-40B4-BE49-F238E27FC236}">
                <a16:creationId xmlns:a16="http://schemas.microsoft.com/office/drawing/2014/main" id="{2FC40610-EBB4-55E9-E2E8-895DD93A6A6F}"/>
              </a:ext>
            </a:extLst>
          </p:cNvPr>
          <p:cNvSpPr txBox="1"/>
          <p:nvPr/>
        </p:nvSpPr>
        <p:spPr>
          <a:xfrm>
            <a:off x="609237" y="4721012"/>
            <a:ext cx="11246602" cy="1200329"/>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wrap="square">
            <a:spAutoFit/>
          </a:bodyPr>
          <a:lstStyle/>
          <a:p>
            <a:pPr algn="ctr"/>
            <a:r>
              <a:rPr lang="es-419" sz="2400" b="1">
                <a:latin typeface="LiberationSerif"/>
              </a:rPr>
              <a:t>En una prueba de hipótesis se analiza una muestra de datos y, a partir de los resultados obtenidos, se decide rechazar o aceptar una hipótesis estadística acerca de un parámetro poblacional que se había establecido previamente.</a:t>
            </a:r>
            <a:endParaRPr lang="es-AR" sz="2400" b="1">
              <a:solidFill>
                <a:srgbClr val="FF0000"/>
              </a:solidFill>
            </a:endParaRPr>
          </a:p>
        </p:txBody>
      </p:sp>
    </p:spTree>
    <p:extLst>
      <p:ext uri="{BB962C8B-B14F-4D97-AF65-F5344CB8AC3E}">
        <p14:creationId xmlns:p14="http://schemas.microsoft.com/office/powerpoint/2010/main" val="2446416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alpha val="52000"/>
          </a:schemeClr>
        </a:solidFill>
        <a:effectLst/>
      </p:bgPr>
    </p:bg>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8E22A00A-B539-95F0-F6CE-A63F4FA8573D}"/>
              </a:ext>
            </a:extLst>
          </p:cNvPr>
          <p:cNvSpPr txBox="1">
            <a:spLocks/>
          </p:cNvSpPr>
          <p:nvPr/>
        </p:nvSpPr>
        <p:spPr>
          <a:xfrm>
            <a:off x="0" y="-15008"/>
            <a:ext cx="12192000" cy="720436"/>
          </a:xfrm>
          <a:prstGeom prst="rect">
            <a:avLst/>
          </a:prstGeom>
          <a:solidFill>
            <a:srgbClr val="FFC000"/>
          </a:solidFill>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00000"/>
              </a:lnSpc>
            </a:pPr>
            <a:r>
              <a:rPr lang="es-ES" sz="4000" b="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PROBABILIDAD  y ESTADÍSTICA: Hipótesis </a:t>
            </a:r>
            <a:endParaRPr lang="es-AR" sz="4000" b="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pic>
        <p:nvPicPr>
          <p:cNvPr id="1028" name="Picture 4">
            <a:extLst>
              <a:ext uri="{FF2B5EF4-FFF2-40B4-BE49-F238E27FC236}">
                <a16:creationId xmlns:a16="http://schemas.microsoft.com/office/drawing/2014/main" id="{E5B8C8ED-CF0B-9D86-2A15-9680436224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3697" y="2435805"/>
            <a:ext cx="5319126" cy="2482951"/>
          </a:xfrm>
          <a:prstGeom prst="rect">
            <a:avLst/>
          </a:prstGeom>
          <a:ln w="228600" cap="sq" cmpd="thickThin">
            <a:solidFill>
              <a:srgbClr val="000000"/>
            </a:solidFill>
            <a:prstDash val="solid"/>
            <a:miter lim="800000"/>
          </a:ln>
          <a:effectLst>
            <a:innerShdw blurRad="76200">
              <a:srgbClr val="000000"/>
            </a:innerShdw>
          </a:effectLst>
          <a:extLst>
            <a:ext uri="{909E8E84-426E-40DD-AFC4-6F175D3DCCD1}">
              <a14:hiddenFill xmlns:a14="http://schemas.microsoft.com/office/drawing/2010/main">
                <a:solidFill>
                  <a:srgbClr val="FFFFFF"/>
                </a:solidFill>
              </a14:hiddenFill>
            </a:ext>
          </a:extLst>
        </p:spPr>
      </p:pic>
      <p:pic>
        <p:nvPicPr>
          <p:cNvPr id="4" name="Imagen 3">
            <a:extLst>
              <a:ext uri="{FF2B5EF4-FFF2-40B4-BE49-F238E27FC236}">
                <a16:creationId xmlns:a16="http://schemas.microsoft.com/office/drawing/2014/main" id="{3042CB16-872E-A6E2-E83C-2EEFC548640B}"/>
              </a:ext>
            </a:extLst>
          </p:cNvPr>
          <p:cNvPicPr>
            <a:picLocks noChangeAspect="1"/>
          </p:cNvPicPr>
          <p:nvPr/>
        </p:nvPicPr>
        <p:blipFill>
          <a:blip r:embed="rId4"/>
          <a:stretch>
            <a:fillRect/>
          </a:stretch>
        </p:blipFill>
        <p:spPr>
          <a:xfrm>
            <a:off x="363118" y="1458624"/>
            <a:ext cx="5104605" cy="1379826"/>
          </a:xfrm>
          <a:prstGeom prst="rect">
            <a:avLst/>
          </a:prstGeom>
          <a:ln w="228600" cap="sq" cmpd="thickThin">
            <a:solidFill>
              <a:srgbClr val="000000"/>
            </a:solidFill>
            <a:prstDash val="solid"/>
            <a:miter lim="800000"/>
          </a:ln>
          <a:effectLst>
            <a:innerShdw blurRad="76200">
              <a:srgbClr val="000000"/>
            </a:innerShdw>
          </a:effectLst>
        </p:spPr>
      </p:pic>
      <p:pic>
        <p:nvPicPr>
          <p:cNvPr id="5" name="Imagen 4">
            <a:extLst>
              <a:ext uri="{FF2B5EF4-FFF2-40B4-BE49-F238E27FC236}">
                <a16:creationId xmlns:a16="http://schemas.microsoft.com/office/drawing/2014/main" id="{E9A88134-13D0-EB1E-63E0-B60AB3708073}"/>
              </a:ext>
            </a:extLst>
          </p:cNvPr>
          <p:cNvPicPr>
            <a:picLocks noChangeAspect="1"/>
          </p:cNvPicPr>
          <p:nvPr/>
        </p:nvPicPr>
        <p:blipFill>
          <a:blip r:embed="rId5"/>
          <a:stretch>
            <a:fillRect/>
          </a:stretch>
        </p:blipFill>
        <p:spPr>
          <a:xfrm>
            <a:off x="363118" y="3429000"/>
            <a:ext cx="5104605" cy="2593408"/>
          </a:xfrm>
          <a:prstGeom prst="rect">
            <a:avLst/>
          </a:prstGeom>
          <a:ln w="2286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5183717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alpha val="52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657504-2AC7-1E5C-6786-89BD004D3E32}"/>
              </a:ext>
            </a:extLst>
          </p:cNvPr>
          <p:cNvSpPr txBox="1">
            <a:spLocks/>
          </p:cNvSpPr>
          <p:nvPr/>
        </p:nvSpPr>
        <p:spPr>
          <a:xfrm>
            <a:off x="0" y="-18622"/>
            <a:ext cx="12192000" cy="720436"/>
          </a:xfrm>
          <a:prstGeom prst="rect">
            <a:avLst/>
          </a:prstGeom>
          <a:solidFill>
            <a:srgbClr val="FFC000"/>
          </a:solidFill>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00000"/>
              </a:lnSpc>
            </a:pPr>
            <a:r>
              <a:rPr lang="es-ES" sz="4000" b="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PROBABILIDAD  y ESTADÍSTICA: Hipótesis </a:t>
            </a:r>
            <a:endParaRPr lang="es-AR" sz="4000" b="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
        <p:nvSpPr>
          <p:cNvPr id="6" name="CuadroTexto 5">
            <a:extLst>
              <a:ext uri="{FF2B5EF4-FFF2-40B4-BE49-F238E27FC236}">
                <a16:creationId xmlns:a16="http://schemas.microsoft.com/office/drawing/2014/main" id="{FD363B0B-E298-2880-3F80-1B17756F8915}"/>
              </a:ext>
            </a:extLst>
          </p:cNvPr>
          <p:cNvSpPr txBox="1"/>
          <p:nvPr/>
        </p:nvSpPr>
        <p:spPr>
          <a:xfrm>
            <a:off x="0" y="834665"/>
            <a:ext cx="12151862" cy="3046988"/>
          </a:xfrm>
          <a:prstGeom prst="rect">
            <a:avLst/>
          </a:prstGeom>
          <a:noFill/>
        </p:spPr>
        <p:txBody>
          <a:bodyPr wrap="square">
            <a:spAutoFit/>
          </a:bodyPr>
          <a:lstStyle/>
          <a:p>
            <a:pPr algn="just"/>
            <a:r>
              <a:rPr lang="es-ES" sz="2400" b="1">
                <a:solidFill>
                  <a:srgbClr val="007DC3"/>
                </a:solidFill>
                <a:latin typeface="anova-bold"/>
              </a:rPr>
              <a:t>Nivel de significación y nivel de confianza</a:t>
            </a:r>
          </a:p>
          <a:p>
            <a:pPr algn="just"/>
            <a:endParaRPr lang="es-ES"/>
          </a:p>
          <a:p>
            <a:pPr algn="just"/>
            <a:r>
              <a:rPr lang="es-ES"/>
              <a:t>Un nivel de significación del 0% significa que no hay ninguna duda de que la hipótesis aceptada es realmente verdadera. Sin embargo, un nivel de significación del 0% no existe en estadística, a menos que se haya analizado a toda una población, e incluso en tal caso no se puede estar totalmente seguro de que no se haya producido ningún error o sesgo durante la investigación.</a:t>
            </a:r>
          </a:p>
          <a:p>
            <a:pPr algn="just"/>
            <a:endParaRPr lang="es-ES" sz="2400" b="1">
              <a:solidFill>
                <a:srgbClr val="007DC3"/>
              </a:solidFill>
              <a:latin typeface="anova-bold"/>
            </a:endParaRPr>
          </a:p>
          <a:p>
            <a:pPr algn="just"/>
            <a:r>
              <a:rPr lang="es-ES"/>
              <a:t>Por otro lado, un nivel de significación del 100% quiere decir que la hipótesis rechazada es verdadera sin lugar a duda. Pero, lógicamente, si unos resultados se consiguen con un nivel de significación del 100% nunca se llegarían a publicar ya que no se tendría la confianza de que los resultados fuesen precisos, antes se volvería a repetir el estudio estadístico.</a:t>
            </a:r>
          </a:p>
        </p:txBody>
      </p:sp>
      <p:pic>
        <p:nvPicPr>
          <p:cNvPr id="8" name="Imagen 7">
            <a:extLst>
              <a:ext uri="{FF2B5EF4-FFF2-40B4-BE49-F238E27FC236}">
                <a16:creationId xmlns:a16="http://schemas.microsoft.com/office/drawing/2014/main" id="{13D9081A-EB53-C9E5-D386-EBC0E700CFE3}"/>
              </a:ext>
            </a:extLst>
          </p:cNvPr>
          <p:cNvPicPr>
            <a:picLocks noChangeAspect="1"/>
          </p:cNvPicPr>
          <p:nvPr/>
        </p:nvPicPr>
        <p:blipFill>
          <a:blip r:embed="rId2"/>
          <a:stretch>
            <a:fillRect/>
          </a:stretch>
        </p:blipFill>
        <p:spPr>
          <a:xfrm>
            <a:off x="4745253" y="4130899"/>
            <a:ext cx="2324424" cy="7144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3" name="CuadroTexto 2">
            <a:extLst>
              <a:ext uri="{FF2B5EF4-FFF2-40B4-BE49-F238E27FC236}">
                <a16:creationId xmlns:a16="http://schemas.microsoft.com/office/drawing/2014/main" id="{5BD734E1-827F-0CD8-D02D-3260143BF2B3}"/>
              </a:ext>
            </a:extLst>
          </p:cNvPr>
          <p:cNvSpPr txBox="1"/>
          <p:nvPr/>
        </p:nvSpPr>
        <p:spPr>
          <a:xfrm>
            <a:off x="369005" y="5078521"/>
            <a:ext cx="11246602" cy="156966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wrap="square">
            <a:spAutoFit/>
          </a:bodyPr>
          <a:lstStyle/>
          <a:p>
            <a:pPr algn="ctr"/>
            <a:r>
              <a:rPr lang="es-ES" sz="2400" b="1">
                <a:latin typeface="LiberationSerif"/>
              </a:rPr>
              <a:t>Si el nivel de confianza de un intervalo de confianza es del 95%, su nivel de significación es del 5%. Esto significa que si repetimos 100 veces el estudio estadístico, 95 veces obtendremos un resultado que coincide con el de la población real, mientras que 5 veces obtendremos un resultado erróneo.</a:t>
            </a:r>
            <a:endParaRPr lang="es-AR" sz="2400" b="1">
              <a:solidFill>
                <a:srgbClr val="FF0000"/>
              </a:solidFill>
            </a:endParaRPr>
          </a:p>
        </p:txBody>
      </p:sp>
    </p:spTree>
    <p:extLst>
      <p:ext uri="{BB962C8B-B14F-4D97-AF65-F5344CB8AC3E}">
        <p14:creationId xmlns:p14="http://schemas.microsoft.com/office/powerpoint/2010/main" val="4266360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alpha val="52000"/>
          </a:schemeClr>
        </a:solidFill>
        <a:effectLst/>
      </p:bgPr>
    </p:bg>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9FECBF37-E6BD-2872-35CC-804C2D3A8134}"/>
              </a:ext>
            </a:extLst>
          </p:cNvPr>
          <p:cNvSpPr txBox="1"/>
          <p:nvPr/>
        </p:nvSpPr>
        <p:spPr>
          <a:xfrm>
            <a:off x="0" y="705428"/>
            <a:ext cx="12122870" cy="461665"/>
          </a:xfrm>
          <a:prstGeom prst="rect">
            <a:avLst/>
          </a:prstGeom>
          <a:noFill/>
        </p:spPr>
        <p:txBody>
          <a:bodyPr wrap="square">
            <a:spAutoFit/>
          </a:bodyPr>
          <a:lstStyle/>
          <a:p>
            <a:pPr algn="just"/>
            <a:r>
              <a:rPr lang="es-ES" sz="2400" b="1">
                <a:solidFill>
                  <a:srgbClr val="007DC3"/>
                </a:solidFill>
                <a:latin typeface="anova-bold"/>
              </a:rPr>
              <a:t>Hipótesis nula y p-valor:</a:t>
            </a:r>
          </a:p>
        </p:txBody>
      </p:sp>
      <p:sp>
        <p:nvSpPr>
          <p:cNvPr id="5" name="CuadroTexto 4">
            <a:extLst>
              <a:ext uri="{FF2B5EF4-FFF2-40B4-BE49-F238E27FC236}">
                <a16:creationId xmlns:a16="http://schemas.microsoft.com/office/drawing/2014/main" id="{DF15EAF5-50A6-436A-0FF8-71919CC3DF0A}"/>
              </a:ext>
            </a:extLst>
          </p:cNvPr>
          <p:cNvSpPr txBox="1"/>
          <p:nvPr/>
        </p:nvSpPr>
        <p:spPr>
          <a:xfrm>
            <a:off x="0" y="1144961"/>
            <a:ext cx="12192000" cy="1477328"/>
          </a:xfrm>
          <a:prstGeom prst="rect">
            <a:avLst/>
          </a:prstGeom>
          <a:noFill/>
        </p:spPr>
        <p:txBody>
          <a:bodyPr wrap="square">
            <a:spAutoFit/>
          </a:bodyPr>
          <a:lstStyle/>
          <a:p>
            <a:pPr marL="360363" algn="just"/>
            <a:r>
              <a:rPr lang="es-419"/>
              <a:t>Son dos conceptos estadísticos estrechamente relacionados..</a:t>
            </a:r>
            <a:endParaRPr lang="es-ES"/>
          </a:p>
          <a:p>
            <a:pPr algn="just" fontAlgn="base"/>
            <a:r>
              <a:rPr lang="es-ES" b="1" i="0">
                <a:solidFill>
                  <a:srgbClr val="181818"/>
                </a:solidFill>
                <a:effectLst/>
                <a:latin typeface="-apple-system"/>
              </a:rPr>
              <a:t>El p-valor, también llamado valor p, es un valor entre 0 y 1 que indica la probabilidad de que la diferencia observada sea casualidad.</a:t>
            </a:r>
          </a:p>
          <a:p>
            <a:pPr algn="just" fontAlgn="base"/>
            <a:r>
              <a:rPr lang="es-ES" b="1" i="0">
                <a:solidFill>
                  <a:srgbClr val="181818"/>
                </a:solidFill>
                <a:effectLst/>
                <a:latin typeface="-apple-system"/>
              </a:rPr>
              <a:t>De modo que el p-valor indica la importancia de un resultado y se usa para determinar si se acepta o se rechaza la hipótesis nula.</a:t>
            </a:r>
            <a:endParaRPr lang="es-ES"/>
          </a:p>
        </p:txBody>
      </p:sp>
      <p:sp>
        <p:nvSpPr>
          <p:cNvPr id="2" name="Título 1">
            <a:extLst>
              <a:ext uri="{FF2B5EF4-FFF2-40B4-BE49-F238E27FC236}">
                <a16:creationId xmlns:a16="http://schemas.microsoft.com/office/drawing/2014/main" id="{E7657504-2AC7-1E5C-6786-89BD004D3E32}"/>
              </a:ext>
            </a:extLst>
          </p:cNvPr>
          <p:cNvSpPr txBox="1">
            <a:spLocks/>
          </p:cNvSpPr>
          <p:nvPr/>
        </p:nvSpPr>
        <p:spPr>
          <a:xfrm>
            <a:off x="0" y="-18622"/>
            <a:ext cx="12192000" cy="720436"/>
          </a:xfrm>
          <a:prstGeom prst="rect">
            <a:avLst/>
          </a:prstGeom>
          <a:solidFill>
            <a:srgbClr val="FFC000"/>
          </a:solidFill>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00000"/>
              </a:lnSpc>
            </a:pPr>
            <a:r>
              <a:rPr lang="es-ES" sz="4000" b="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PROBABILIDAD  y ESTADÍSTICA: Hipótesis </a:t>
            </a:r>
            <a:endParaRPr lang="es-AR" sz="4000" b="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
        <p:nvSpPr>
          <p:cNvPr id="9" name="CuadroTexto 8">
            <a:extLst>
              <a:ext uri="{FF2B5EF4-FFF2-40B4-BE49-F238E27FC236}">
                <a16:creationId xmlns:a16="http://schemas.microsoft.com/office/drawing/2014/main" id="{2FC40610-EBB4-55E9-E2E8-895DD93A6A6F}"/>
              </a:ext>
            </a:extLst>
          </p:cNvPr>
          <p:cNvSpPr txBox="1"/>
          <p:nvPr/>
        </p:nvSpPr>
        <p:spPr>
          <a:xfrm>
            <a:off x="651809" y="2646323"/>
            <a:ext cx="11246602" cy="830997"/>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wrap="square">
            <a:spAutoFit/>
          </a:bodyPr>
          <a:lstStyle/>
          <a:p>
            <a:pPr algn="ctr"/>
            <a:r>
              <a:rPr lang="es-ES" sz="2400" b="1">
                <a:latin typeface="LiberationSerif"/>
              </a:rPr>
              <a:t>Tener en cuenta que rechazar la hipótesis nula implica aceptar la hipótesis alternativa, y al revés, aceptar la hipótesis nula supone rechazar la hipótesis alternativa.</a:t>
            </a:r>
            <a:endParaRPr lang="es-AR" sz="2400" b="1">
              <a:solidFill>
                <a:srgbClr val="FF0000"/>
              </a:solidFill>
            </a:endParaRPr>
          </a:p>
        </p:txBody>
      </p:sp>
      <p:sp>
        <p:nvSpPr>
          <p:cNvPr id="6" name="CuadroTexto 5">
            <a:extLst>
              <a:ext uri="{FF2B5EF4-FFF2-40B4-BE49-F238E27FC236}">
                <a16:creationId xmlns:a16="http://schemas.microsoft.com/office/drawing/2014/main" id="{FD363B0B-E298-2880-3F80-1B17756F8915}"/>
              </a:ext>
            </a:extLst>
          </p:cNvPr>
          <p:cNvSpPr txBox="1"/>
          <p:nvPr/>
        </p:nvSpPr>
        <p:spPr>
          <a:xfrm>
            <a:off x="20069" y="3721961"/>
            <a:ext cx="12151862" cy="1292662"/>
          </a:xfrm>
          <a:prstGeom prst="rect">
            <a:avLst/>
          </a:prstGeom>
          <a:noFill/>
        </p:spPr>
        <p:txBody>
          <a:bodyPr wrap="square">
            <a:spAutoFit/>
          </a:bodyPr>
          <a:lstStyle/>
          <a:p>
            <a:pPr algn="just"/>
            <a:r>
              <a:rPr lang="es-ES" sz="2400" b="1">
                <a:solidFill>
                  <a:srgbClr val="007DC3"/>
                </a:solidFill>
                <a:latin typeface="anova-bold"/>
              </a:rPr>
              <a:t>Nivel de significación y nivel de confianza</a:t>
            </a:r>
          </a:p>
          <a:p>
            <a:pPr algn="just"/>
            <a:r>
              <a:rPr lang="es-ES"/>
              <a:t>La diferencia entre el nivel de significación y el nivel de confianza es la probabilidad que definen. </a:t>
            </a:r>
          </a:p>
          <a:p>
            <a:pPr algn="just"/>
            <a:r>
              <a:rPr lang="es-ES"/>
              <a:t>El nivel de confianza es la probabilidad de aceptar una hipótesis y que realmente sea verdadera, en cambio, el nivel de significación es la probabilidad de rechazar una hipótesis pero que en realidad sea verdadera.</a:t>
            </a:r>
          </a:p>
        </p:txBody>
      </p:sp>
      <p:pic>
        <p:nvPicPr>
          <p:cNvPr id="8" name="Imagen 7">
            <a:extLst>
              <a:ext uri="{FF2B5EF4-FFF2-40B4-BE49-F238E27FC236}">
                <a16:creationId xmlns:a16="http://schemas.microsoft.com/office/drawing/2014/main" id="{13D9081A-EB53-C9E5-D386-EBC0E700CFE3}"/>
              </a:ext>
            </a:extLst>
          </p:cNvPr>
          <p:cNvPicPr>
            <a:picLocks noChangeAspect="1"/>
          </p:cNvPicPr>
          <p:nvPr/>
        </p:nvPicPr>
        <p:blipFill>
          <a:blip r:embed="rId2"/>
          <a:stretch>
            <a:fillRect/>
          </a:stretch>
        </p:blipFill>
        <p:spPr>
          <a:xfrm>
            <a:off x="4716973" y="5136232"/>
            <a:ext cx="2324424" cy="7144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0" name="CuadroTexto 9">
            <a:extLst>
              <a:ext uri="{FF2B5EF4-FFF2-40B4-BE49-F238E27FC236}">
                <a16:creationId xmlns:a16="http://schemas.microsoft.com/office/drawing/2014/main" id="{52A40BBA-0EEA-465A-9026-7CF40D133781}"/>
              </a:ext>
            </a:extLst>
          </p:cNvPr>
          <p:cNvSpPr txBox="1"/>
          <p:nvPr/>
        </p:nvSpPr>
        <p:spPr>
          <a:xfrm>
            <a:off x="556325" y="5972316"/>
            <a:ext cx="11246602" cy="830997"/>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a:spAutoFit/>
          </a:bodyPr>
          <a:lstStyle/>
          <a:p>
            <a:pPr algn="ctr"/>
            <a:r>
              <a:rPr lang="es-ES" sz="2400" b="1">
                <a:latin typeface="LiberationSerif"/>
              </a:rPr>
              <a:t>Si el p-valor es menor que el nivel de significación, se rechaza la hipótesis nula.</a:t>
            </a:r>
          </a:p>
          <a:p>
            <a:pPr algn="ctr"/>
            <a:r>
              <a:rPr lang="es-ES" sz="2400" b="1">
                <a:latin typeface="LiberationSerif"/>
              </a:rPr>
              <a:t>Si el p-valor es mayor que el nivel de significación, se acepta la hipótesis nula</a:t>
            </a:r>
            <a:endParaRPr lang="es-AR" sz="2400" b="1">
              <a:latin typeface="LiberationSerif"/>
            </a:endParaRPr>
          </a:p>
        </p:txBody>
      </p:sp>
    </p:spTree>
    <p:extLst>
      <p:ext uri="{BB962C8B-B14F-4D97-AF65-F5344CB8AC3E}">
        <p14:creationId xmlns:p14="http://schemas.microsoft.com/office/powerpoint/2010/main" val="126990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4C244C70-240D-F4F8-DA18-D8C96038D883}"/>
              </a:ext>
            </a:extLst>
          </p:cNvPr>
          <p:cNvSpPr/>
          <p:nvPr/>
        </p:nvSpPr>
        <p:spPr>
          <a:xfrm>
            <a:off x="3969567" y="2105561"/>
            <a:ext cx="3530360" cy="2646878"/>
          </a:xfrm>
          <a:prstGeom prst="rect">
            <a:avLst/>
          </a:prstGeom>
          <a:noFill/>
        </p:spPr>
        <p:txBody>
          <a:bodyPr wrap="square" lIns="91440" tIns="45720" rIns="91440" bIns="45720">
            <a:spAutoFit/>
          </a:bodyPr>
          <a:lstStyle/>
          <a:p>
            <a:pPr algn="ctr"/>
            <a:r>
              <a:rPr lang="es-ES" sz="16600" b="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FIN</a:t>
            </a:r>
            <a:endParaRPr lang="es-ES" sz="16600" b="1" cap="none" spc="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Tree>
    <p:extLst>
      <p:ext uri="{BB962C8B-B14F-4D97-AF65-F5344CB8AC3E}">
        <p14:creationId xmlns:p14="http://schemas.microsoft.com/office/powerpoint/2010/main" val="338225152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0</TotalTime>
  <Words>1291</Words>
  <Application>Microsoft Office PowerPoint</Application>
  <PresentationFormat>Panorámica</PresentationFormat>
  <Paragraphs>95</Paragraphs>
  <Slides>11</Slides>
  <Notes>1</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11</vt:i4>
      </vt:variant>
    </vt:vector>
  </HeadingPairs>
  <TitlesOfParts>
    <vt:vector size="19" baseType="lpstr">
      <vt:lpstr>anova-bold</vt:lpstr>
      <vt:lpstr>-apple-system</vt:lpstr>
      <vt:lpstr>Aptos</vt:lpstr>
      <vt:lpstr>Aptos Display</vt:lpstr>
      <vt:lpstr>Arial</vt:lpstr>
      <vt:lpstr>LiberationSerif</vt:lpstr>
      <vt:lpstr>Times New Roman</vt:lpstr>
      <vt:lpstr>Tema de Office</vt:lpstr>
      <vt:lpstr>CIENCIA DE DATOS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CIENCIA DE DATOS</dc:title>
  <dc:creator>daniel bazan</dc:creator>
  <cp:lastModifiedBy>daniel bazan</cp:lastModifiedBy>
  <cp:revision>1</cp:revision>
  <dcterms:created xsi:type="dcterms:W3CDTF">2024-04-26T18:19:07Z</dcterms:created>
  <dcterms:modified xsi:type="dcterms:W3CDTF">2024-10-22T18:19:07Z</dcterms:modified>
</cp:coreProperties>
</file>