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6c677eab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6c677ea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6c677eab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6c677eab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6c677eab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6c677ea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6c677eab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6c677eab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6c677eab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6c677eab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6c677eab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6c677eab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6c677eab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6c677eab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c677eab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6c677eab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6c677eab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6c677eab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6c677eab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6c677eab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6c677eab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6c677eab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6c677eab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6c677eab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6c677eab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6c677eab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225" y="71625"/>
            <a:ext cx="7280101" cy="48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87" y="610175"/>
            <a:ext cx="8829276" cy="404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38" y="311838"/>
            <a:ext cx="8721326" cy="45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50" y="387650"/>
            <a:ext cx="8753900" cy="43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75" y="399350"/>
            <a:ext cx="8882701" cy="43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8275"/>
            <a:ext cx="8839201" cy="4166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0" y="439900"/>
            <a:ext cx="9025399" cy="43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375"/>
            <a:ext cx="8839200" cy="323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675" y="112000"/>
            <a:ext cx="604837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8888"/>
            <a:ext cx="8839200" cy="4605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400" y="152400"/>
            <a:ext cx="51928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538" y="71600"/>
            <a:ext cx="600691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4238"/>
            <a:ext cx="8839198" cy="437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0575"/>
            <a:ext cx="8839201" cy="33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