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IA, Prevención de Fraude y Trabajo en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Una perspectiva socio-ética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Marto, Rocío y Naty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📢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Presentamos nuestro trabajo: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"IA, prevención de fraude y trabajo en Fintech: </a:t>
            </a:r>
          </a:p>
          <a:p>
            <a:pPr algn="ctr">
              <a:defRPr sz="2000"/>
            </a:pPr>
            <a:r>
              <a:t>una perspectiva socio-ética"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Equipo: Marto, Rocío y Naty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Objetivo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🎯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Analizar cómo se aplica la inteligencia artificial </a:t>
            </a:r>
          </a:p>
          <a:p>
            <a:pPr algn="ctr">
              <a:defRPr sz="1800"/>
            </a:pPr>
            <a:r>
              <a:t>en la detección de fraudes dentro del ecosistema Fintech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Enfocándonos en:</a:t>
            </a:r>
          </a:p>
          <a:p>
            <a:pPr algn="ctr">
              <a:defRPr sz="1800"/>
            </a:pPr>
            <a:r>
              <a:t>• Aspectos técnicos</a:t>
            </a:r>
          </a:p>
          <a:p>
            <a:pPr algn="ctr">
              <a:defRPr sz="1800"/>
            </a:pPr>
            <a:r>
              <a:t>• Aspectos éticos  </a:t>
            </a:r>
          </a:p>
          <a:p>
            <a:pPr algn="ctr">
              <a:defRPr sz="1800"/>
            </a:pPr>
            <a:r>
              <a:t>• Aspectos laborales</a:t>
            </a:r>
          </a:p>
          <a:p>
            <a:pPr algn="ctr">
              <a:defRPr sz="1800"/>
            </a:pPr>
            <a:r>
              <a:t>• Aspectos sociales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Hipótesis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💡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"La inteligencia artificial no es neutral"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Su diseño, entrenamiento y uso tienen impactos directos </a:t>
            </a:r>
          </a:p>
          <a:p>
            <a:pPr algn="ctr">
              <a:defRPr sz="1800"/>
            </a:pPr>
            <a:r>
              <a:t>sobre las personas y la sociedad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Por eso, creemos que su implementación debe ser </a:t>
            </a:r>
          </a:p>
          <a:p>
            <a:pPr algn="ctr">
              <a:defRPr sz="1800"/>
            </a:pPr>
            <a:r>
              <a:t>crítica, responsable y ética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Deepfakes: La Nueva Amenaza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🧠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Tecnología basada en IA generativa que permite imitar: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🎭 Rostros de forma hiperrealista</a:t>
            </a:r>
          </a:p>
          <a:p>
            <a:pPr algn="ctr">
              <a:defRPr sz="1800"/>
            </a:pPr>
            <a:r>
              <a:t>🎤 Voces sintéticas  </a:t>
            </a:r>
          </a:p>
          <a:p>
            <a:pPr algn="ctr">
              <a:defRPr sz="1800"/>
            </a:pPr>
            <a:r>
              <a:t>📄 Documentos falsificados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Representa una amenaza directa al ecosistema Fintech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Impacto en el Entorno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⚠️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Los deepfakes pueden: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• Burlar sistemas de verificación biométrica</a:t>
            </a:r>
          </a:p>
          <a:p>
            <a:pPr algn="ctr">
              <a:defRPr sz="1800"/>
            </a:pPr>
            <a:r>
              <a:t>• Comprometer el reconocimiento facial</a:t>
            </a:r>
          </a:p>
          <a:p>
            <a:pPr algn="ctr">
              <a:defRPr sz="1800"/>
            </a:pPr>
            <a:r>
              <a:t>• Vulnerar la verificación de voz</a:t>
            </a:r>
          </a:p>
          <a:p>
            <a:pPr algn="ctr">
              <a:defRPr sz="1800"/>
            </a:pPr>
            <a:r>
              <a:t>• Generar fraudes sofisticados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Esto representa una amenaza directa para la seguridad financiera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Casos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📊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Casos reales analizados: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• Personal Pay: Intentos de fraude con identidades sintéticas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• PAYGILANT: Implementación de herramientas de detección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• Klarna: Reducción del 40% de personal tras implementar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Perspectiva desde la Industria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🎤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Entrevista con Vanesa Fabres</a:t>
            </a:r>
          </a:p>
          <a:p>
            <a:pPr algn="ctr">
              <a:defRPr sz="1800"/>
            </a:pPr>
            <a:r>
              <a:t>Analista Senior de Fraudes en Moni Online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Temas abordados:</a:t>
            </a:r>
          </a:p>
          <a:p>
            <a:pPr algn="ctr">
              <a:defRPr sz="1800"/>
            </a:pPr>
            <a:r>
              <a:t>• Uso actual de herramientas de IA</a:t>
            </a:r>
          </a:p>
          <a:p>
            <a:pPr algn="ctr">
              <a:defRPr sz="1800"/>
            </a:pPr>
            <a:r>
              <a:t>• Desafíos: falsos positivos</a:t>
            </a:r>
          </a:p>
          <a:p>
            <a:pPr algn="ctr">
              <a:defRPr sz="1800"/>
            </a:pPr>
            <a:r>
              <a:t>• Regulaciones vigentes</a:t>
            </a:r>
          </a:p>
          <a:p>
            <a:pPr algn="ctr">
              <a:defRPr sz="1800"/>
            </a:pPr>
            <a:r>
              <a:t>• Límites de la automatización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Perspectiva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📚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Marco teórico: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Gabriela Ramos (UNESCO)</a:t>
            </a:r>
          </a:p>
          <a:p>
            <a:pPr algn="ctr">
              <a:defRPr sz="1800"/>
            </a:pPr>
            <a:r>
              <a:t>"La IA mal gobernada puede profundizar desigualdades"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Enrique Marí  </a:t>
            </a:r>
          </a:p>
          <a:p>
            <a:pPr algn="ctr">
              <a:defRPr sz="1800"/>
            </a:pPr>
            <a:r>
              <a:t>"La tecnología no es neutral y siempre conlleva una carga aplicativa"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Ambos autores coinciden en la importancia del diseño ético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Diseño Ético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⚖️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Principio fundamental: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"El diseño ético debe estar desde el inicio </a:t>
            </a:r>
          </a:p>
          <a:p>
            <a:pPr algn="ctr">
              <a:defRPr sz="1800"/>
            </a:pPr>
            <a:r>
              <a:t>y no ser algo agregado después"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La ética debe ser inherente al proceso de desarrollo,</a:t>
            </a:r>
          </a:p>
          <a:p>
            <a:pPr algn="ctr">
              <a:defRPr sz="1800"/>
            </a:pPr>
            <a:r>
              <a:t>no un complemento posterior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🎯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El futuro de la prevención de fraude en Fintech: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ALIANZA ESTRATÉGICA</a:t>
            </a:r>
          </a:p>
          <a:p>
            <a:pPr algn="ctr">
              <a:defRPr sz="1800"/>
            </a:pPr>
            <a:r>
              <a:t>entre inteligencia artificial avanzada </a:t>
            </a:r>
          </a:p>
          <a:p>
            <a:pPr algn="ctr">
              <a:defRPr sz="1800"/>
            </a:pPr>
            <a:r>
              <a:t>y criterio humano experto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Con una gobernanza que priorice:</a:t>
            </a:r>
          </a:p>
          <a:p>
            <a:pPr algn="ctr">
              <a:defRPr sz="1800"/>
            </a:pPr>
            <a:r>
              <a:t>• La justicia</a:t>
            </a:r>
          </a:p>
          <a:p>
            <a:pPr algn="ctr">
              <a:defRPr sz="1800"/>
            </a:pPr>
            <a:r>
              <a:t>• La transparencia  </a:t>
            </a:r>
          </a:p>
          <a:p>
            <a:pPr algn="ctr">
              <a:defRPr sz="1800"/>
            </a:pPr>
            <a:r>
              <a:t>• La protección de derechos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Muchas 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Marto, Rocío y Naty - Trabajo de Tecnología y Sociedad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