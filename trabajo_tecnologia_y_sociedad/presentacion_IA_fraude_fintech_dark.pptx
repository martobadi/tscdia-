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IA, Prevención de Fraude y Trabajo en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</a:defRPr>
            </a:pPr>
            <a:r>
              <a:t>Una perspectiva socio-ética - Tema Oscuro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E0E0"/>
                </a:solidFill>
              </a:defRPr>
            </a:pPr>
            <a:r>
              <a:t>Marto, Rocío y Naty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Introducción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D700"/>
                </a:solidFill>
              </a:defRPr>
            </a:pPr>
            <a:r>
              <a:t>📢 Marto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Presentamos nuestro trabajo: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"IA, prevención de fraude y trabajo en Fintech: 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una perspectiva socio-ética"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Equipo: Marto, Rocío y Naty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Objetivo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D700"/>
                </a:solidFill>
              </a:defRPr>
            </a:pPr>
            <a:r>
              <a:t>🎯 Marto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Analizar cómo se aplica la inteligencia artificial 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en la detección de fraudes dentro del ecosistema Fintech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Enfocándonos en: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Aspectos técnicos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Aspectos éticos  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Aspectos laborales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Aspectos sociales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Hipótesis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D700"/>
                </a:solidFill>
              </a:defRPr>
            </a:pPr>
            <a:r>
              <a:t>💡 Marto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"La inteligencia artificial no es neutral"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Su diseño, entrenamiento y uso tienen impactos directos 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sobre las personas y la sociedad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Por eso, creemos que su implementación debe ser 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crítica, responsable y ética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Deepfakes: La Nueva Amenaza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D700"/>
                </a:solidFill>
              </a:defRPr>
            </a:pPr>
            <a:r>
              <a:t>🧠 Rocío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Tecnología basada en IA generativa que permite imitar: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🎭 Rostros de forma hiperrealista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🎤 Voces sintéticas  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📄 Documentos falsificados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Representa una amenaza directa al ecosistema Fintech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Impacto en el Entorno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D700"/>
                </a:solidFill>
              </a:defRPr>
            </a:pPr>
            <a:r>
              <a:t>⚠️ Rocío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Los deepfakes pueden: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Burlar sistemas de verificación biométrica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Comprometer el reconocimiento facial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Vulnerar la verificación de voz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Generar fraudes sofisticados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Esto representa una amenaza directa para la seguridad financiera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Casos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D700"/>
                </a:solidFill>
              </a:defRPr>
            </a:pPr>
            <a:r>
              <a:t>📊 Rocío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Casos reales analizados: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Personal Pay: Intentos de fraude con identidades sintéticas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PAYGILANT: Implementación de herramientas de detección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Klarna: Reducción del 40% de personal tras implementar 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Perspectiva desde la Industria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D700"/>
                </a:solidFill>
              </a:defRPr>
            </a:pPr>
            <a:r>
              <a:t>🎤 Rocío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Entrevista con Vanesa Fabres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Analista Senior de Fraudes en Moni Online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Temas abordados: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Uso actual de herramientas de IA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Desafíos: falsos positivos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Regulaciones vigentes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Límites de la automatización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Perspectiva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D700"/>
                </a:solidFill>
              </a:defRPr>
            </a:pPr>
            <a:r>
              <a:t>📚 Naty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Marco teórico: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Gabriela Ramos (UNESCO)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"La IA mal gobernada puede profundizar desigualdades"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Enrique Marí  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"La tecnología no es neutral y siempre conlleva una carga aplicativa"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Ambos autores coinciden en la importancia del diseño ético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Diseño Ético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D700"/>
                </a:solidFill>
              </a:defRPr>
            </a:pPr>
            <a:r>
              <a:t>⚖️ Naty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Principio fundamental: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"El diseño ético debe estar desde el inicio 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y no ser algo agregado después"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La ética debe ser inherente al proceso de desarrollo,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no un complemento posterior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D700"/>
                </a:solidFill>
              </a:defRPr>
            </a:pPr>
            <a:r>
              <a:t>🎯 Naty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El futuro de la prevención de fraude en Fintech: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ALIANZA ESTRATÉGICA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entre inteligencia artificial avanzada 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y criterio humano experto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Con una gobernanza que priorice: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La justicia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La transparencia  </a:t>
            </a:r>
          </a:p>
          <a:p>
            <a:pPr algn="ctr">
              <a:defRPr sz="1800">
                <a:solidFill>
                  <a:srgbClr val="E0E0E0"/>
                </a:solidFill>
              </a:defRPr>
            </a:pPr>
            <a:r>
              <a:t>• La protección de derechos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Muchas 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</a:defRPr>
            </a:pPr>
            <a: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0E0E0"/>
                </a:solidFill>
              </a:defRPr>
            </a:pPr>
            <a:r>
              <a:t>Marto, Rocío y Naty - Trabajo de Tecnología y Sociedad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