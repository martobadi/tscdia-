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Este archivo Markdown contiene la estructura y el contenido de las diapositivas para la presentación basada en el documento “Arquitecturas de Datos Modernas_V2.txt”. Puedes convertirlo fácilmente a PowerPoint usando herramientas como Pandoc o cualquier convertidor de Markdown a PPTX.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Evolución de las Arquitecturas de Datos: Del Data Warehouse al Ecosistema Inteligente con IA Aplicada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Autores:</a:t>
            </a:r>
            <a:r>
              <a:rPr/>
              <a:t> Badino, Martin / Demey, Solage / Pineda, Jazmin / Rubiano, Rafael / Grupo 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Introducción</a:t>
            </a:r>
          </a:p>
          <a:p>
            <a:pPr lvl="0"/>
            <a:r>
              <a:rPr/>
              <a:t>Importancia de los datos en la economía digital</a:t>
            </a:r>
          </a:p>
          <a:p>
            <a:pPr lvl="0"/>
            <a:r>
              <a:rPr/>
              <a:t>Crecimiento exponencial, variedad y velocidad</a:t>
            </a:r>
          </a:p>
          <a:p>
            <a:pPr lvl="0"/>
            <a:r>
              <a:rPr/>
              <a:t>Necesidad de arquitecturas modernas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Fundamentos y Contexto Evolutivo</a:t>
            </a:r>
          </a:p>
          <a:p>
            <a:pPr lvl="0"/>
            <a:r>
              <a:rPr/>
              <a:t>Definición de base de datos</a:t>
            </a:r>
          </a:p>
          <a:p>
            <a:pPr lvl="0"/>
            <a:r>
              <a:rPr/>
              <a:t>Tipos: Relacionales (SQL), NoSQL, Distribuidas, Cloud</a:t>
            </a:r>
          </a:p>
          <a:p>
            <a:pPr lvl="0"/>
            <a:r>
              <a:rPr/>
              <a:t>Ventajas y desventajas principales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 las Bases Relacionales a Ecosistemas Distribuidos</a:t>
            </a:r>
          </a:p>
          <a:p>
            <a:pPr lvl="0"/>
            <a:r>
              <a:rPr/>
              <a:t>Limitaciones de las bases relacionales</a:t>
            </a:r>
          </a:p>
          <a:p>
            <a:pPr lvl="0"/>
            <a:r>
              <a:rPr/>
              <a:t>Escalabilidad, variedad y analítica en tiempo real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Paradigmas de Almacenamiento y Procesamiento</a:t>
            </a:r>
          </a:p>
          <a:p>
            <a:pPr lvl="0"/>
            <a:r>
              <a:rPr/>
              <a:t>1ra generación: OLTP</a:t>
            </a:r>
          </a:p>
          <a:p>
            <a:pPr lvl="0"/>
            <a:r>
              <a:rPr/>
              <a:t>2da generación: Data Warehouses y ETL</a:t>
            </a:r>
          </a:p>
          <a:p>
            <a:pPr lvl="0"/>
            <a:r>
              <a:rPr/>
              <a:t>3ra generación: Arquitecturas distribuidas y Lakehouse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Warehouses</a:t>
            </a:r>
          </a:p>
          <a:p>
            <a:pPr lvl="0"/>
            <a:r>
              <a:rPr/>
              <a:t>Definición y pilares (orientación al tema, integración, no volatilidad, variación temporal)</a:t>
            </a:r>
          </a:p>
          <a:p>
            <a:pPr lvl="0"/>
            <a:r>
              <a:rPr/>
              <a:t>Madurez y limitaciones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Lakes</a:t>
            </a:r>
          </a:p>
          <a:p>
            <a:pPr lvl="0"/>
            <a:r>
              <a:rPr/>
              <a:t>Definición y características</a:t>
            </a:r>
          </a:p>
          <a:p>
            <a:pPr lvl="0"/>
            <a:r>
              <a:rPr/>
              <a:t>Paradigma schema-on-read</a:t>
            </a:r>
          </a:p>
          <a:p>
            <a:pPr lvl="0"/>
            <a:r>
              <a:rPr/>
              <a:t>Plataformas principales (AWS, GCP, Azure, On-Premise)</a:t>
            </a:r>
          </a:p>
          <a:p>
            <a:pPr lvl="0"/>
            <a:r>
              <a:rPr/>
              <a:t>Ventajas y riesgos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Convergencia hacia Lakehouse</a:t>
            </a:r>
          </a:p>
          <a:p>
            <a:pPr lvl="0"/>
            <a:r>
              <a:rPr/>
              <a:t>Síntesis arquitectónica</a:t>
            </a:r>
          </a:p>
          <a:p>
            <a:pPr lvl="0"/>
            <a:r>
              <a:rPr/>
              <a:t>Innovaciones tecnológicas (Delta Lake, Iceberg, Hudi)</a:t>
            </a:r>
          </a:p>
          <a:p>
            <a:pPr lvl="0"/>
            <a:r>
              <a:rPr/>
              <a:t>Beneficios empresariales</a:t>
            </a:r>
          </a:p>
          <a:p>
            <a:pPr lvl="0"/>
            <a:r>
              <a:rPr/>
              <a:t>Caso Netflix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Estrategias de Despliegue</a:t>
            </a:r>
          </a:p>
          <a:p>
            <a:pPr lvl="0"/>
            <a:r>
              <a:rPr/>
              <a:t>Cloud: IaaS, PaaS, SaaS</a:t>
            </a:r>
          </a:p>
          <a:p>
            <a:pPr lvl="0"/>
            <a:r>
              <a:rPr/>
              <a:t>Beneficios y desafíos</a:t>
            </a:r>
          </a:p>
          <a:p>
            <a:pPr lvl="0"/>
            <a:r>
              <a:rPr/>
              <a:t>On-Premise y modelos híbridos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Inteligencia Artificial en la Gestión de Datos</a:t>
            </a:r>
          </a:p>
          <a:p>
            <a:pPr lvl="0"/>
            <a:r>
              <a:rPr/>
              <a:t>IA predictiva, generativa y adaptativa</a:t>
            </a:r>
          </a:p>
          <a:p>
            <a:pPr lvl="0"/>
            <a:r>
              <a:rPr/>
              <a:t>Preparación profesional y liderazgo empresarial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Conclusiones y Perspectivas</a:t>
            </a:r>
          </a:p>
          <a:p>
            <a:pPr lvl="0"/>
            <a:r>
              <a:rPr/>
              <a:t>Transformación estructural</a:t>
            </a:r>
          </a:p>
          <a:p>
            <a:pPr lvl="0"/>
            <a:r>
              <a:rPr/>
              <a:t>Convergencia Lakehouse y multi-cloud</a:t>
            </a:r>
          </a:p>
          <a:p>
            <a:pPr lvl="0"/>
            <a:r>
              <a:rPr/>
              <a:t>Rol central de la IA</a:t>
            </a:r>
          </a:p>
          <a:p>
            <a:pPr lvl="0"/>
            <a:r>
              <a:rPr/>
              <a:t>Éxito: más allá de lo técnico, gestión del cambio y visión estratégica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¡Gracias!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2025-10-04T12:42:09Z</dcterms:created>
  <dcterms:modified xsi:type="dcterms:W3CDTF">2025-10-04T12:42:09Z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